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handoutMasterIdLst>
    <p:handoutMasterId r:id="rId28"/>
  </p:handoutMasterIdLst>
  <p:sldIdLst>
    <p:sldId id="305" r:id="rId5"/>
    <p:sldId id="306" r:id="rId6"/>
    <p:sldId id="319" r:id="rId7"/>
    <p:sldId id="307" r:id="rId8"/>
    <p:sldId id="321" r:id="rId9"/>
    <p:sldId id="320" r:id="rId10"/>
    <p:sldId id="309" r:id="rId11"/>
    <p:sldId id="325" r:id="rId12"/>
    <p:sldId id="341" r:id="rId13"/>
    <p:sldId id="340" r:id="rId14"/>
    <p:sldId id="342" r:id="rId15"/>
    <p:sldId id="328" r:id="rId16"/>
    <p:sldId id="329" r:id="rId17"/>
    <p:sldId id="333" r:id="rId18"/>
    <p:sldId id="330" r:id="rId19"/>
    <p:sldId id="334" r:id="rId20"/>
    <p:sldId id="331" r:id="rId21"/>
    <p:sldId id="335" r:id="rId22"/>
    <p:sldId id="332" r:id="rId23"/>
    <p:sldId id="336" r:id="rId24"/>
    <p:sldId id="337" r:id="rId25"/>
    <p:sldId id="31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3792" userDrawn="1">
          <p15:clr>
            <a:srgbClr val="A4A3A4"/>
          </p15:clr>
        </p15:guide>
        <p15:guide id="3" pos="528" userDrawn="1">
          <p15:clr>
            <a:srgbClr val="A4A3A4"/>
          </p15:clr>
        </p15:guide>
        <p15:guide id="4" pos="7128" userDrawn="1">
          <p15:clr>
            <a:srgbClr val="A4A3A4"/>
          </p15:clr>
        </p15:guide>
        <p15:guide id="5" orient="horz" pos="2808" userDrawn="1">
          <p15:clr>
            <a:srgbClr val="A4A3A4"/>
          </p15:clr>
        </p15:guide>
        <p15:guide id="6" pos="2976" userDrawn="1">
          <p15:clr>
            <a:srgbClr val="A4A3A4"/>
          </p15:clr>
        </p15:guide>
        <p15:guide id="7" orient="horz" pos="9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44BFDB-6DB2-03A5-3E34-6439DE818A05}" v="9" dt="2025-05-03T19:33:57.188"/>
  </p1510:revLst>
</p1510:revInfo>
</file>

<file path=ppt/tableStyles.xml><?xml version="1.0" encoding="utf-8"?>
<a:tblStyleLst xmlns:a="http://schemas.openxmlformats.org/drawingml/2006/main" def="{68D230F3-CF80-4859-8CE7-A43EE81993B5}">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3792"/>
        <p:guide pos="528"/>
        <p:guide pos="7128"/>
        <p:guide orient="horz" pos="2808"/>
        <p:guide pos="2976"/>
        <p:guide orient="horz" pos="96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5/3/2025</a:t>
            </a:fld>
            <a:endParaRPr lang="en-US"/>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DBDA2-4480-4D82-8886-1B64A7ECBBAC}" type="datetimeFigureOut">
              <a:rPr lang="en-US" noProof="0" smtClean="0"/>
              <a:t>5/3/2025</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DDBACE-0F8F-43FD-98F0-DEE13552DADA}" type="slidenum">
              <a:rPr lang="en-US" noProof="0" smtClean="0"/>
              <a:t>‹#›</a:t>
            </a:fld>
            <a:endParaRPr lang="en-US" noProof="0"/>
          </a:p>
        </p:txBody>
      </p:sp>
    </p:spTree>
    <p:extLst>
      <p:ext uri="{BB962C8B-B14F-4D97-AF65-F5344CB8AC3E}">
        <p14:creationId xmlns:p14="http://schemas.microsoft.com/office/powerpoint/2010/main" val="145572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215" cy="4480560"/>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Tree>
    <p:extLst>
      <p:ext uri="{BB962C8B-B14F-4D97-AF65-F5344CB8AC3E}">
        <p14:creationId xmlns:p14="http://schemas.microsoft.com/office/powerpoint/2010/main" val="3358800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1EF8CAB-74EE-F5E0-2A98-D49729C5739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t="1" b="49999"/>
          <a:stretch/>
        </p:blipFill>
        <p:spPr>
          <a:xfrm>
            <a:off x="6096000" y="0"/>
            <a:ext cx="6095999" cy="3429000"/>
          </a:xfrm>
          <a:prstGeom prst="rect">
            <a:avLst/>
          </a:prstGeom>
        </p:spPr>
      </p:pic>
      <p:pic>
        <p:nvPicPr>
          <p:cNvPr id="6" name="Graphic 5">
            <a:extLst>
              <a:ext uri="{FF2B5EF4-FFF2-40B4-BE49-F238E27FC236}">
                <a16:creationId xmlns:a16="http://schemas.microsoft.com/office/drawing/2014/main" id="{8783521D-ED5D-D5DB-16FA-CD1B1203DF6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87659"/>
          <a:stretch/>
        </p:blipFill>
        <p:spPr>
          <a:xfrm>
            <a:off x="0" y="5731979"/>
            <a:ext cx="1504645" cy="1146408"/>
          </a:xfrm>
          <a:prstGeom prst="rect">
            <a:avLst/>
          </a:prstGeom>
        </p:spPr>
      </p:pic>
      <p:pic>
        <p:nvPicPr>
          <p:cNvPr id="7" name="Graphic 6">
            <a:extLst>
              <a:ext uri="{FF2B5EF4-FFF2-40B4-BE49-F238E27FC236}">
                <a16:creationId xmlns:a16="http://schemas.microsoft.com/office/drawing/2014/main" id="{9381EED1-F8B1-76DD-2AF9-959C65437FF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8" name="Graphic 7">
            <a:extLst>
              <a:ext uri="{FF2B5EF4-FFF2-40B4-BE49-F238E27FC236}">
                <a16:creationId xmlns:a16="http://schemas.microsoft.com/office/drawing/2014/main" id="{1D23ADF4-87AF-5693-9986-341478D502BD}"/>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9" name="Graphic 8">
            <a:extLst>
              <a:ext uri="{FF2B5EF4-FFF2-40B4-BE49-F238E27FC236}">
                <a16:creationId xmlns:a16="http://schemas.microsoft.com/office/drawing/2014/main" id="{2E5EE104-2241-C262-895C-BCA769134010}"/>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p>
        </p:txBody>
      </p:sp>
      <p:sp>
        <p:nvSpPr>
          <p:cNvPr id="14" name="Content Placeholder 12">
            <a:extLst>
              <a:ext uri="{FF2B5EF4-FFF2-40B4-BE49-F238E27FC236}">
                <a16:creationId xmlns:a16="http://schemas.microsoft.com/office/drawing/2014/main" id="{19B7E7AC-A0E6-BE9A-4728-8FE036CF3538}"/>
              </a:ext>
            </a:extLst>
          </p:cNvPr>
          <p:cNvSpPr>
            <a:spLocks noGrp="1"/>
          </p:cNvSpPr>
          <p:nvPr>
            <p:ph sz="quarter" idx="13"/>
          </p:nvPr>
        </p:nvSpPr>
        <p:spPr>
          <a:xfrm>
            <a:off x="841248" y="1536827"/>
            <a:ext cx="6556375" cy="4479925"/>
          </a:xfrm>
        </p:spPr>
        <p:txBody>
          <a:bodyPr>
            <a:normAutofit/>
          </a:bodyPr>
          <a:lstStyle>
            <a:lvl1pPr>
              <a:lnSpc>
                <a:spcPct val="140000"/>
              </a:lnSpc>
              <a:spcAft>
                <a:spcPts val="0"/>
              </a:spcAft>
              <a:defRPr sz="2800"/>
            </a:lvl1pPr>
            <a:lvl2pPr>
              <a:defRPr sz="2800"/>
            </a:lvl2pPr>
            <a:lvl3pPr>
              <a:defRPr sz="2400"/>
            </a:lvl3pPr>
            <a:lvl4pPr>
              <a:defRPr sz="24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a:p>
        </p:txBody>
      </p:sp>
    </p:spTree>
    <p:extLst>
      <p:ext uri="{BB962C8B-B14F-4D97-AF65-F5344CB8AC3E}">
        <p14:creationId xmlns:p14="http://schemas.microsoft.com/office/powerpoint/2010/main" val="1895640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with image 01">
    <p:bg>
      <p:bgPr>
        <a:solidFill>
          <a:schemeClr val="accent6">
            <a:lumMod val="50000"/>
          </a:schemeClr>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F0337A6-0579-B5BC-C526-F7EBDDB8E84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t="1" b="49999"/>
          <a:stretch/>
        </p:blipFill>
        <p:spPr>
          <a:xfrm>
            <a:off x="6096000" y="0"/>
            <a:ext cx="6095999" cy="3429000"/>
          </a:xfrm>
          <a:prstGeom prst="rect">
            <a:avLst/>
          </a:prstGeom>
        </p:spPr>
      </p:pic>
      <p:pic>
        <p:nvPicPr>
          <p:cNvPr id="4" name="Graphic 3">
            <a:extLst>
              <a:ext uri="{FF2B5EF4-FFF2-40B4-BE49-F238E27FC236}">
                <a16:creationId xmlns:a16="http://schemas.microsoft.com/office/drawing/2014/main" id="{4166F179-9203-AC2D-A267-E25FA28E978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4BFC5468-5E1B-2FE4-DA95-D0CCC383D3E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12" name="Graphic 11">
            <a:extLst>
              <a:ext uri="{FF2B5EF4-FFF2-40B4-BE49-F238E27FC236}">
                <a16:creationId xmlns:a16="http://schemas.microsoft.com/office/drawing/2014/main" id="{617493C4-12E7-500C-5FD5-68370B57A20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3" name="Graphic 12">
            <a:extLst>
              <a:ext uri="{FF2B5EF4-FFF2-40B4-BE49-F238E27FC236}">
                <a16:creationId xmlns:a16="http://schemas.microsoft.com/office/drawing/2014/main" id="{149B5038-6091-D5DF-F2DA-3900885F498D}"/>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4" name="Graphic 13">
            <a:extLst>
              <a:ext uri="{FF2B5EF4-FFF2-40B4-BE49-F238E27FC236}">
                <a16:creationId xmlns:a16="http://schemas.microsoft.com/office/drawing/2014/main" id="{9442ADAB-F6BA-A55C-036E-C837F95C8F8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111240" y="2231136"/>
            <a:ext cx="6080760" cy="4626864"/>
          </a:xfrm>
          <a:solidFill>
            <a:schemeClr val="accent6">
              <a:lumMod val="50000"/>
            </a:schemeClr>
          </a:solidFill>
        </p:spPr>
        <p:txBody>
          <a:bodyPr/>
          <a:lstStyle>
            <a:lvl1pPr marL="0" indent="0" algn="r">
              <a:buNone/>
              <a:defRPr>
                <a:solidFill>
                  <a:schemeClr val="bg1"/>
                </a:solidFill>
              </a:defRPr>
            </a:lvl1pPr>
          </a:lstStyle>
          <a:p>
            <a:endParaRPr lang="en-US"/>
          </a:p>
        </p:txBody>
      </p:sp>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6931152" cy="557784"/>
          </a:xfrm>
        </p:spPr>
        <p:txBody>
          <a:bodyPr anchor="t"/>
          <a:lstStyle>
            <a:lvl1pPr>
              <a:defRPr sz="2000" b="1" cap="all" spc="300" baseline="0">
                <a:solidFill>
                  <a:schemeClr val="bg1">
                    <a:lumMod val="95000"/>
                  </a:schemeClr>
                </a:solidFill>
              </a:defRPr>
            </a:lvl1pPr>
          </a:lstStyle>
          <a:p>
            <a:r>
              <a:rPr lang="en-US"/>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6931152" cy="4480560"/>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Tree>
    <p:extLst>
      <p:ext uri="{BB962C8B-B14F-4D97-AF65-F5344CB8AC3E}">
        <p14:creationId xmlns:p14="http://schemas.microsoft.com/office/powerpoint/2010/main" val="789452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E18B122A-848F-E50E-C503-3930933A5C6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8908"/>
          <a:stretch/>
        </p:blipFill>
        <p:spPr>
          <a:xfrm>
            <a:off x="8401354" y="0"/>
            <a:ext cx="3790646" cy="6857999"/>
          </a:xfrm>
          <a:prstGeom prst="rect">
            <a:avLst/>
          </a:prstGeom>
        </p:spPr>
      </p:pic>
      <p:pic>
        <p:nvPicPr>
          <p:cNvPr id="12" name="Graphic 11">
            <a:extLst>
              <a:ext uri="{FF2B5EF4-FFF2-40B4-BE49-F238E27FC236}">
                <a16:creationId xmlns:a16="http://schemas.microsoft.com/office/drawing/2014/main" id="{08CD9875-E4AF-D7EA-9F8B-D27F2C3104A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2297076"/>
            <a:ext cx="2286000" cy="2286000"/>
          </a:xfrm>
          <a:prstGeom prst="rect">
            <a:avLst/>
          </a:prstGeom>
        </p:spPr>
      </p:pic>
      <p:pic>
        <p:nvPicPr>
          <p:cNvPr id="13" name="Graphic 12">
            <a:extLst>
              <a:ext uri="{FF2B5EF4-FFF2-40B4-BE49-F238E27FC236}">
                <a16:creationId xmlns:a16="http://schemas.microsoft.com/office/drawing/2014/main" id="{8513E8A3-5E78-5821-6B7B-AF6343ACA73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E256415C-5388-7D35-1C15-8DA4ACDCA1F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15" name="Graphic 14">
            <a:extLst>
              <a:ext uri="{FF2B5EF4-FFF2-40B4-BE49-F238E27FC236}">
                <a16:creationId xmlns:a16="http://schemas.microsoft.com/office/drawing/2014/main" id="{8B78E2E7-B83A-F17C-9869-FED59DD512E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6556375"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a:p>
        </p:txBody>
      </p:sp>
    </p:spTree>
    <p:extLst>
      <p:ext uri="{BB962C8B-B14F-4D97-AF65-F5344CB8AC3E}">
        <p14:creationId xmlns:p14="http://schemas.microsoft.com/office/powerpoint/2010/main" val="758616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02">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321C850-160D-5CD7-B829-ADE752EA7AB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a:stretch/>
        </p:blipFill>
        <p:spPr>
          <a:xfrm>
            <a:off x="6096000" y="0"/>
            <a:ext cx="6096000" cy="6857999"/>
          </a:xfrm>
          <a:prstGeom prst="rect">
            <a:avLst/>
          </a:prstGeom>
        </p:spPr>
      </p:pic>
      <p:pic>
        <p:nvPicPr>
          <p:cNvPr id="6" name="Graphic 5">
            <a:extLst>
              <a:ext uri="{FF2B5EF4-FFF2-40B4-BE49-F238E27FC236}">
                <a16:creationId xmlns:a16="http://schemas.microsoft.com/office/drawing/2014/main" id="{33105707-8D59-D00C-596A-380479D0E0D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2297076"/>
            <a:ext cx="2286000" cy="2286000"/>
          </a:xfrm>
          <a:prstGeom prst="rect">
            <a:avLst/>
          </a:prstGeom>
        </p:spPr>
      </p:pic>
      <p:pic>
        <p:nvPicPr>
          <p:cNvPr id="7" name="Graphic 6">
            <a:extLst>
              <a:ext uri="{FF2B5EF4-FFF2-40B4-BE49-F238E27FC236}">
                <a16:creationId xmlns:a16="http://schemas.microsoft.com/office/drawing/2014/main" id="{3DC4FC4F-BE00-1554-FEBD-DE21F3AB35B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0A310F08-0B34-7E1C-7605-4F81502355F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9" name="Graphic 8">
            <a:extLst>
              <a:ext uri="{FF2B5EF4-FFF2-40B4-BE49-F238E27FC236}">
                <a16:creationId xmlns:a16="http://schemas.microsoft.com/office/drawing/2014/main" id="{63371AFC-6FAC-3C10-CCC0-ECE8DB9E997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024" cy="2679192"/>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0" y="4462272"/>
            <a:ext cx="12188952" cy="2395728"/>
          </a:xfrm>
          <a:solidFill>
            <a:schemeClr val="accent6">
              <a:lumMod val="75000"/>
            </a:schemeClr>
          </a:solidFill>
        </p:spPr>
        <p:txBody>
          <a:bodyPr/>
          <a:lstStyle>
            <a:lvl1pPr marL="0" indent="0" algn="ctr">
              <a:buNone/>
              <a:defRPr>
                <a:solidFill>
                  <a:sysClr val="windowText" lastClr="000000"/>
                </a:solidFill>
              </a:defRPr>
            </a:lvl1pPr>
          </a:lstStyle>
          <a:p>
            <a:endParaRPr lang="en-US"/>
          </a:p>
        </p:txBody>
      </p:sp>
    </p:spTree>
    <p:extLst>
      <p:ext uri="{BB962C8B-B14F-4D97-AF65-F5344CB8AC3E}">
        <p14:creationId xmlns:p14="http://schemas.microsoft.com/office/powerpoint/2010/main" val="2039803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D0F0E0D3-11E9-A85D-821D-49C27B06B06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a:stretch/>
        </p:blipFill>
        <p:spPr>
          <a:xfrm>
            <a:off x="10687350" y="12700"/>
            <a:ext cx="1504649" cy="6858000"/>
          </a:xfrm>
          <a:prstGeom prst="rect">
            <a:avLst/>
          </a:prstGeom>
        </p:spPr>
      </p:pic>
      <p:pic>
        <p:nvPicPr>
          <p:cNvPr id="6" name="Graphic 5">
            <a:extLst>
              <a:ext uri="{FF2B5EF4-FFF2-40B4-BE49-F238E27FC236}">
                <a16:creationId xmlns:a16="http://schemas.microsoft.com/office/drawing/2014/main" id="{7433D848-BBB0-8852-CBA7-96FB04BFADE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556"/>
          <a:stretch/>
        </p:blipFill>
        <p:spPr>
          <a:xfrm>
            <a:off x="10687351" y="4584700"/>
            <a:ext cx="1504649" cy="1130300"/>
          </a:xfrm>
          <a:prstGeom prst="rect">
            <a:avLst/>
          </a:prstGeom>
        </p:spPr>
      </p:pic>
      <p:pic>
        <p:nvPicPr>
          <p:cNvPr id="7" name="Graphic 6">
            <a:extLst>
              <a:ext uri="{FF2B5EF4-FFF2-40B4-BE49-F238E27FC236}">
                <a16:creationId xmlns:a16="http://schemas.microsoft.com/office/drawing/2014/main" id="{3A0A5B28-1267-FF8C-DD34-4AE0CE17FD9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72FE7896-D379-408C-54BB-757C71F0DEF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49515" r="34180"/>
          <a:stretch/>
        </p:blipFill>
        <p:spPr>
          <a:xfrm>
            <a:off x="10687351" y="1141376"/>
            <a:ext cx="1504649" cy="1154076"/>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37E02B10-F9DF-509C-64D5-91DEB6988175}"/>
              </a:ext>
            </a:extLst>
          </p:cNvPr>
          <p:cNvSpPr>
            <a:spLocks noGrp="1"/>
          </p:cNvSpPr>
          <p:nvPr>
            <p:ph type="body" sz="quarter" idx="15"/>
          </p:nvPr>
        </p:nvSpPr>
        <p:spPr>
          <a:xfrm>
            <a:off x="4791455" y="1536826"/>
            <a:ext cx="5650992" cy="557784"/>
          </a:xfrm>
        </p:spPr>
        <p:txBody>
          <a:bodyPr/>
          <a:lstStyle>
            <a:lvl1pPr marL="0" indent="0">
              <a:lnSpc>
                <a:spcPct val="90000"/>
              </a:lnSpc>
              <a:spcBef>
                <a:spcPts val="1000"/>
              </a:spcBef>
              <a:spcAft>
                <a:spcPts val="0"/>
              </a:spcAft>
              <a:buNone/>
              <a:defRPr sz="2000" b="1" baseline="0">
                <a:solidFill>
                  <a:schemeClr val="tx1"/>
                </a:solidFill>
                <a:latin typeface="+mj-lt"/>
              </a:defRPr>
            </a:lvl1pPr>
          </a:lstStyle>
          <a:p>
            <a:pPr lvl="0"/>
            <a:r>
              <a:rPr lang="en-US"/>
              <a:t>Click to edit Master text styles</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2267712"/>
            <a:ext cx="5650992" cy="3767328"/>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a:p>
        </p:txBody>
      </p:sp>
    </p:spTree>
    <p:extLst>
      <p:ext uri="{BB962C8B-B14F-4D97-AF65-F5344CB8AC3E}">
        <p14:creationId xmlns:p14="http://schemas.microsoft.com/office/powerpoint/2010/main" val="958375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CE1CF12-4201-C23B-7B9A-02EB4F8A79C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396"/>
          <a:stretch/>
        </p:blipFill>
        <p:spPr>
          <a:xfrm>
            <a:off x="0" y="5731980"/>
            <a:ext cx="12192000" cy="1138720"/>
          </a:xfrm>
          <a:prstGeom prst="rect">
            <a:avLst/>
          </a:prstGeom>
        </p:spPr>
      </p:pic>
      <p:pic>
        <p:nvPicPr>
          <p:cNvPr id="12" name="Graphic 11">
            <a:extLst>
              <a:ext uri="{FF2B5EF4-FFF2-40B4-BE49-F238E27FC236}">
                <a16:creationId xmlns:a16="http://schemas.microsoft.com/office/drawing/2014/main" id="{513CE0C7-867A-80BB-9E96-3008375B7EE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8854" b="83396"/>
          <a:stretch/>
        </p:blipFill>
        <p:spPr>
          <a:xfrm>
            <a:off x="0" y="12700"/>
            <a:ext cx="3797300" cy="1138720"/>
          </a:xfrm>
          <a:prstGeom prst="rect">
            <a:avLst/>
          </a:prstGeom>
        </p:spPr>
      </p:pic>
      <p:pic>
        <p:nvPicPr>
          <p:cNvPr id="13" name="Graphic 12">
            <a:extLst>
              <a:ext uri="{FF2B5EF4-FFF2-40B4-BE49-F238E27FC236}">
                <a16:creationId xmlns:a16="http://schemas.microsoft.com/office/drawing/2014/main" id="{736CB758-B1DB-F2E0-00E7-BF5660C5F25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33598" b="49858"/>
          <a:stretch/>
        </p:blipFill>
        <p:spPr>
          <a:xfrm>
            <a:off x="0" y="9452"/>
            <a:ext cx="1517954" cy="1146248"/>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4764024" y="841248"/>
            <a:ext cx="6556248" cy="557784"/>
          </a:xfrm>
        </p:spPr>
        <p:txBody>
          <a:bodyPr anchor="t"/>
          <a:lstStyle>
            <a:lvl1pPr>
              <a:defRPr sz="2000" cap="all" spc="300" baseline="0"/>
            </a:lvl1pPr>
          </a:lstStyle>
          <a:p>
            <a:r>
              <a:rPr lang="en-US"/>
              <a:t>Click to edit Master title style</a:t>
            </a:r>
          </a:p>
        </p:txBody>
      </p:sp>
      <p:sp>
        <p:nvSpPr>
          <p:cNvPr id="14" name="Picture Placeholder 15">
            <a:extLst>
              <a:ext uri="{FF2B5EF4-FFF2-40B4-BE49-F238E27FC236}">
                <a16:creationId xmlns:a16="http://schemas.microsoft.com/office/drawing/2014/main" id="{A780F1E2-F795-D408-7361-9B32EA12F8E7}"/>
              </a:ext>
            </a:extLst>
          </p:cNvPr>
          <p:cNvSpPr>
            <a:spLocks noGrp="1"/>
          </p:cNvSpPr>
          <p:nvPr>
            <p:ph type="pic" sz="quarter" idx="14"/>
          </p:nvPr>
        </p:nvSpPr>
        <p:spPr>
          <a:xfrm>
            <a:off x="0" y="836676"/>
            <a:ext cx="3785616" cy="5184648"/>
          </a:xfrm>
          <a:solidFill>
            <a:schemeClr val="accent6">
              <a:lumMod val="75000"/>
            </a:schemeClr>
          </a:solidFill>
        </p:spPr>
        <p:txBody>
          <a:bodyPr/>
          <a:lstStyle>
            <a:lvl1pPr marL="0" indent="0" algn="ctr">
              <a:buNone/>
              <a:defRPr>
                <a:solidFill>
                  <a:sysClr val="windowText" lastClr="000000"/>
                </a:solidFill>
              </a:defRPr>
            </a:lvl1pPr>
          </a:lstStyle>
          <a:p>
            <a:endParaRPr lang="en-US"/>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4764023" y="1536827"/>
            <a:ext cx="6556247"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a:p>
        </p:txBody>
      </p:sp>
    </p:spTree>
    <p:extLst>
      <p:ext uri="{BB962C8B-B14F-4D97-AF65-F5344CB8AC3E}">
        <p14:creationId xmlns:p14="http://schemas.microsoft.com/office/powerpoint/2010/main" val="4088055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a:p>
        </p:txBody>
      </p:sp>
    </p:spTree>
    <p:extLst>
      <p:ext uri="{BB962C8B-B14F-4D97-AF65-F5344CB8AC3E}">
        <p14:creationId xmlns:p14="http://schemas.microsoft.com/office/powerpoint/2010/main" val="532740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342900" indent="-342900">
              <a:lnSpc>
                <a:spcPct val="90000"/>
              </a:lnSpc>
              <a:spcAft>
                <a:spcPts val="1800"/>
              </a:spcAft>
              <a:buSzPct val="100000"/>
              <a:buFont typeface="Arial" panose="020B0604020202020204" pitchFamily="34" charset="0"/>
              <a:buChar char="•"/>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27448" y="1536827"/>
            <a:ext cx="6592824"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a:p>
        </p:txBody>
      </p:sp>
      <p:pic>
        <p:nvPicPr>
          <p:cNvPr id="5" name="Graphic 4">
            <a:extLst>
              <a:ext uri="{FF2B5EF4-FFF2-40B4-BE49-F238E27FC236}">
                <a16:creationId xmlns:a16="http://schemas.microsoft.com/office/drawing/2014/main" id="{3FD831DA-EDBD-A492-3E6D-6ABBF4438FC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b="83148"/>
          <a:stretch/>
        </p:blipFill>
        <p:spPr>
          <a:xfrm>
            <a:off x="10687350" y="12700"/>
            <a:ext cx="1504649" cy="1155700"/>
          </a:xfrm>
          <a:prstGeom prst="rect">
            <a:avLst/>
          </a:prstGeom>
        </p:spPr>
      </p:pic>
      <p:pic>
        <p:nvPicPr>
          <p:cNvPr id="6" name="Graphic 5">
            <a:extLst>
              <a:ext uri="{FF2B5EF4-FFF2-40B4-BE49-F238E27FC236}">
                <a16:creationId xmlns:a16="http://schemas.microsoft.com/office/drawing/2014/main" id="{00071AEB-E268-A464-7197-69FA762C3C5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49444"/>
          <a:stretch/>
        </p:blipFill>
        <p:spPr>
          <a:xfrm>
            <a:off x="10687351" y="9452"/>
            <a:ext cx="1504649" cy="1155700"/>
          </a:xfrm>
          <a:prstGeom prst="rect">
            <a:avLst/>
          </a:prstGeom>
        </p:spPr>
      </p:pic>
    </p:spTree>
    <p:extLst>
      <p:ext uri="{BB962C8B-B14F-4D97-AF65-F5344CB8AC3E}">
        <p14:creationId xmlns:p14="http://schemas.microsoft.com/office/powerpoint/2010/main" val="2969287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3">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C5788EE-4EDA-20FA-8EB9-2F0639E8A2B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t="1" b="49999"/>
          <a:stretch/>
        </p:blipFill>
        <p:spPr>
          <a:xfrm>
            <a:off x="6096000" y="0"/>
            <a:ext cx="6095999" cy="3429000"/>
          </a:xfrm>
          <a:prstGeom prst="rect">
            <a:avLst/>
          </a:prstGeom>
        </p:spPr>
      </p:pic>
      <p:pic>
        <p:nvPicPr>
          <p:cNvPr id="8" name="Graphic 7">
            <a:extLst>
              <a:ext uri="{FF2B5EF4-FFF2-40B4-BE49-F238E27FC236}">
                <a16:creationId xmlns:a16="http://schemas.microsoft.com/office/drawing/2014/main" id="{9D053CA0-7A9F-FC49-AD3F-F3280344D76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767F6939-7B7E-F49F-8219-DC8CDAC85D5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11" name="Graphic 10">
            <a:extLst>
              <a:ext uri="{FF2B5EF4-FFF2-40B4-BE49-F238E27FC236}">
                <a16:creationId xmlns:a16="http://schemas.microsoft.com/office/drawing/2014/main" id="{FACCA700-291A-CD50-0CF3-749300C8D7A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2" name="Graphic 11">
            <a:extLst>
              <a:ext uri="{FF2B5EF4-FFF2-40B4-BE49-F238E27FC236}">
                <a16:creationId xmlns:a16="http://schemas.microsoft.com/office/drawing/2014/main" id="{0EFADD4D-8EF2-3DF8-F5F4-9459752D546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3" name="Graphic 12">
            <a:extLst>
              <a:ext uri="{FF2B5EF4-FFF2-40B4-BE49-F238E27FC236}">
                <a16:creationId xmlns:a16="http://schemas.microsoft.com/office/drawing/2014/main" id="{B5B36F67-81DA-36AC-5D17-0172FF5A70C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841248" y="1527048"/>
            <a:ext cx="10479024" cy="4498848"/>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a:p>
        </p:txBody>
      </p:sp>
    </p:spTree>
    <p:extLst>
      <p:ext uri="{BB962C8B-B14F-4D97-AF65-F5344CB8AC3E}">
        <p14:creationId xmlns:p14="http://schemas.microsoft.com/office/powerpoint/2010/main" val="3163463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with image 03">
    <p:bg>
      <p:bgPr>
        <a:solidFill>
          <a:schemeClr val="accent6">
            <a:lumMod val="50000"/>
          </a:schemeClr>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092952" y="0"/>
            <a:ext cx="6099048" cy="6876288"/>
          </a:xfrm>
          <a:solidFill>
            <a:schemeClr val="accent6">
              <a:lumMod val="75000"/>
            </a:schemeClr>
          </a:solidFill>
        </p:spPr>
        <p:txBody>
          <a:bodyPr/>
          <a:lstStyle>
            <a:lvl1pPr marL="0" indent="0" algn="l">
              <a:buNone/>
              <a:defRPr>
                <a:solidFill>
                  <a:schemeClr val="bg1"/>
                </a:solidFill>
              </a:defRPr>
            </a:lvl1pPr>
          </a:lstStyle>
          <a:p>
            <a:endParaRPr lang="en-US"/>
          </a:p>
        </p:txBody>
      </p:sp>
      <p:sp>
        <p:nvSpPr>
          <p:cNvPr id="124" name="Title 123">
            <a:extLst>
              <a:ext uri="{FF2B5EF4-FFF2-40B4-BE49-F238E27FC236}">
                <a16:creationId xmlns:a16="http://schemas.microsoft.com/office/drawing/2014/main" id="{5EF8E4BF-2FB4-FFDD-E565-805C476240FE}"/>
              </a:ext>
            </a:extLst>
          </p:cNvPr>
          <p:cNvSpPr>
            <a:spLocks noGrp="1"/>
          </p:cNvSpPr>
          <p:nvPr>
            <p:ph type="title"/>
          </p:nvPr>
        </p:nvSpPr>
        <p:spPr>
          <a:xfrm>
            <a:off x="841244" y="832104"/>
            <a:ext cx="6099048" cy="5219236"/>
          </a:xfrm>
        </p:spPr>
        <p:txBody>
          <a:bodyPr anchor="t"/>
          <a:lstStyle>
            <a:lvl1pPr>
              <a:lnSpc>
                <a:spcPct val="75000"/>
              </a:lnSpc>
              <a:defRPr sz="8000" b="0" spc="0" baseline="0">
                <a:solidFill>
                  <a:schemeClr val="bg1"/>
                </a:solidFill>
                <a:latin typeface="+mn-lt"/>
              </a:defRPr>
            </a:lvl1pPr>
          </a:lstStyle>
          <a:p>
            <a:r>
              <a:rPr lang="en-US"/>
              <a:t>Click to edit Master title style</a:t>
            </a:r>
          </a:p>
        </p:txBody>
      </p:sp>
      <p:sp>
        <p:nvSpPr>
          <p:cNvPr id="123" name="Text Placeholder 122">
            <a:extLst>
              <a:ext uri="{FF2B5EF4-FFF2-40B4-BE49-F238E27FC236}">
                <a16:creationId xmlns:a16="http://schemas.microsoft.com/office/drawing/2014/main" id="{25C59923-6546-AB3B-534C-22113CD9D671}"/>
              </a:ext>
            </a:extLst>
          </p:cNvPr>
          <p:cNvSpPr>
            <a:spLocks noGrp="1"/>
          </p:cNvSpPr>
          <p:nvPr>
            <p:ph type="body" sz="quarter" idx="15"/>
          </p:nvPr>
        </p:nvSpPr>
        <p:spPr>
          <a:xfrm>
            <a:off x="8401353" y="-1"/>
            <a:ext cx="3790650" cy="1155691"/>
          </a:xfrm>
          <a:custGeom>
            <a:avLst/>
            <a:gdLst>
              <a:gd name="connsiteX0" fmla="*/ 2293575 w 3790650"/>
              <a:gd name="connsiteY0" fmla="*/ 0 h 1155691"/>
              <a:gd name="connsiteX1" fmla="*/ 3790650 w 3790650"/>
              <a:gd name="connsiteY1" fmla="*/ 0 h 1155691"/>
              <a:gd name="connsiteX2" fmla="*/ 3790650 w 3790650"/>
              <a:gd name="connsiteY2" fmla="*/ 1098632 h 1155691"/>
              <a:gd name="connsiteX3" fmla="*/ 3775153 w 3790650"/>
              <a:gd name="connsiteY3" fmla="*/ 1104304 h 1155691"/>
              <a:gd name="connsiteX4" fmla="*/ 3435268 w 3790650"/>
              <a:gd name="connsiteY4" fmla="*/ 1155691 h 1155691"/>
              <a:gd name="connsiteX5" fmla="*/ 2292295 w 3790650"/>
              <a:gd name="connsiteY5" fmla="*/ 12701 h 1155691"/>
              <a:gd name="connsiteX6" fmla="*/ 1280 w 3790650"/>
              <a:gd name="connsiteY6" fmla="*/ 0 h 1155691"/>
              <a:gd name="connsiteX7" fmla="*/ 2284665 w 3790650"/>
              <a:gd name="connsiteY7" fmla="*/ 0 h 1155691"/>
              <a:gd name="connsiteX8" fmla="*/ 2285945 w 3790650"/>
              <a:gd name="connsiteY8" fmla="*/ 12701 h 1155691"/>
              <a:gd name="connsiteX9" fmla="*/ 1142973 w 3790650"/>
              <a:gd name="connsiteY9" fmla="*/ 1155691 h 1155691"/>
              <a:gd name="connsiteX10" fmla="*/ 0 w 3790650"/>
              <a:gd name="connsiteY10" fmla="*/ 12701 h 1155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0650" h="1155691">
                <a:moveTo>
                  <a:pt x="2293575" y="0"/>
                </a:moveTo>
                <a:lnTo>
                  <a:pt x="3790650" y="0"/>
                </a:lnTo>
                <a:lnTo>
                  <a:pt x="3790650" y="1098632"/>
                </a:lnTo>
                <a:lnTo>
                  <a:pt x="3775153" y="1104304"/>
                </a:lnTo>
                <a:cubicBezTo>
                  <a:pt x="3667783" y="1137700"/>
                  <a:pt x="3553627" y="1155691"/>
                  <a:pt x="3435268" y="1155691"/>
                </a:cubicBezTo>
                <a:cubicBezTo>
                  <a:pt x="2804021" y="1155691"/>
                  <a:pt x="2292295" y="643957"/>
                  <a:pt x="2292295" y="12701"/>
                </a:cubicBezTo>
                <a:close/>
                <a:moveTo>
                  <a:pt x="1280" y="0"/>
                </a:moveTo>
                <a:lnTo>
                  <a:pt x="2284665" y="0"/>
                </a:lnTo>
                <a:lnTo>
                  <a:pt x="2285945" y="12701"/>
                </a:lnTo>
                <a:cubicBezTo>
                  <a:pt x="2285945" y="643957"/>
                  <a:pt x="1774219" y="1155691"/>
                  <a:pt x="1142973" y="1155691"/>
                </a:cubicBezTo>
                <a:cubicBezTo>
                  <a:pt x="511726" y="1155691"/>
                  <a:pt x="0" y="643957"/>
                  <a:pt x="0" y="12701"/>
                </a:cubicBezTo>
                <a:close/>
              </a:path>
            </a:pathLst>
          </a:custGeom>
          <a:solidFill>
            <a:schemeClr val="accent6">
              <a:lumMod val="75000"/>
              <a:alpha val="25000"/>
            </a:schemeClr>
          </a:solidFill>
        </p:spPr>
        <p:txBody>
          <a:bodyPr wrap="square">
            <a:noAutofit/>
          </a:bodyPr>
          <a:lstStyle>
            <a:lvl1pPr>
              <a:defRPr>
                <a:noFill/>
              </a:defRPr>
            </a:lvl1pPr>
          </a:lstStyle>
          <a:p>
            <a:pPr lvl="0"/>
            <a:endParaRPr lang="en-US"/>
          </a:p>
        </p:txBody>
      </p:sp>
      <p:sp>
        <p:nvSpPr>
          <p:cNvPr id="48" name="Text Placeholder 47">
            <a:extLst>
              <a:ext uri="{FF2B5EF4-FFF2-40B4-BE49-F238E27FC236}">
                <a16:creationId xmlns:a16="http://schemas.microsoft.com/office/drawing/2014/main" id="{880C9A0C-95B8-C535-9B78-63FDB782BE10}"/>
              </a:ext>
            </a:extLst>
          </p:cNvPr>
          <p:cNvSpPr>
            <a:spLocks noGrp="1"/>
          </p:cNvSpPr>
          <p:nvPr>
            <p:ph type="body" sz="quarter" idx="12"/>
          </p:nvPr>
        </p:nvSpPr>
        <p:spPr>
          <a:xfrm>
            <a:off x="-3" y="5727700"/>
            <a:ext cx="12192003" cy="1130300"/>
          </a:xfrm>
          <a:custGeom>
            <a:avLst/>
            <a:gdLst>
              <a:gd name="connsiteX0" fmla="*/ 11823828 w 12192003"/>
              <a:gd name="connsiteY0" fmla="*/ 0 h 1130300"/>
              <a:gd name="connsiteX1" fmla="*/ 12163721 w 12192003"/>
              <a:gd name="connsiteY1" fmla="*/ 51387 h 1130300"/>
              <a:gd name="connsiteX2" fmla="*/ 12192003 w 12192003"/>
              <a:gd name="connsiteY2" fmla="*/ 61738 h 1130300"/>
              <a:gd name="connsiteX3" fmla="*/ 12192003 w 12192003"/>
              <a:gd name="connsiteY3" fmla="*/ 1130300 h 1130300"/>
              <a:gd name="connsiteX4" fmla="*/ 10681469 w 12192003"/>
              <a:gd name="connsiteY4" fmla="*/ 1130300 h 1130300"/>
              <a:gd name="connsiteX5" fmla="*/ 10686729 w 12192003"/>
              <a:gd name="connsiteY5" fmla="*/ 1026126 h 1130300"/>
              <a:gd name="connsiteX6" fmla="*/ 11823828 w 12192003"/>
              <a:gd name="connsiteY6" fmla="*/ 0 h 1130300"/>
              <a:gd name="connsiteX7" fmla="*/ 9531478 w 12192003"/>
              <a:gd name="connsiteY7" fmla="*/ 0 h 1130300"/>
              <a:gd name="connsiteX8" fmla="*/ 10668577 w 12192003"/>
              <a:gd name="connsiteY8" fmla="*/ 1026126 h 1130300"/>
              <a:gd name="connsiteX9" fmla="*/ 10673837 w 12192003"/>
              <a:gd name="connsiteY9" fmla="*/ 1130300 h 1130300"/>
              <a:gd name="connsiteX10" fmla="*/ 8389119 w 12192003"/>
              <a:gd name="connsiteY10" fmla="*/ 1130300 h 1130300"/>
              <a:gd name="connsiteX11" fmla="*/ 8394379 w 12192003"/>
              <a:gd name="connsiteY11" fmla="*/ 1026126 h 1130300"/>
              <a:gd name="connsiteX12" fmla="*/ 9531478 w 12192003"/>
              <a:gd name="connsiteY12" fmla="*/ 0 h 1130300"/>
              <a:gd name="connsiteX13" fmla="*/ 7239129 w 12192003"/>
              <a:gd name="connsiteY13" fmla="*/ 0 h 1130300"/>
              <a:gd name="connsiteX14" fmla="*/ 8376227 w 12192003"/>
              <a:gd name="connsiteY14" fmla="*/ 1026126 h 1130300"/>
              <a:gd name="connsiteX15" fmla="*/ 8381487 w 12192003"/>
              <a:gd name="connsiteY15" fmla="*/ 1130300 h 1130300"/>
              <a:gd name="connsiteX16" fmla="*/ 6096769 w 12192003"/>
              <a:gd name="connsiteY16" fmla="*/ 1130300 h 1130300"/>
              <a:gd name="connsiteX17" fmla="*/ 6102029 w 12192003"/>
              <a:gd name="connsiteY17" fmla="*/ 1026126 h 1130300"/>
              <a:gd name="connsiteX18" fmla="*/ 7239129 w 12192003"/>
              <a:gd name="connsiteY18" fmla="*/ 0 h 1130300"/>
              <a:gd name="connsiteX19" fmla="*/ 4946780 w 12192003"/>
              <a:gd name="connsiteY19" fmla="*/ 0 h 1130300"/>
              <a:gd name="connsiteX20" fmla="*/ 6083878 w 12192003"/>
              <a:gd name="connsiteY20" fmla="*/ 1026126 h 1130300"/>
              <a:gd name="connsiteX21" fmla="*/ 6089139 w 12192003"/>
              <a:gd name="connsiteY21" fmla="*/ 1130300 h 1130300"/>
              <a:gd name="connsiteX22" fmla="*/ 3804423 w 12192003"/>
              <a:gd name="connsiteY22" fmla="*/ 1130300 h 1130300"/>
              <a:gd name="connsiteX23" fmla="*/ 3809684 w 12192003"/>
              <a:gd name="connsiteY23" fmla="*/ 1026126 h 1130300"/>
              <a:gd name="connsiteX24" fmla="*/ 4946780 w 12192003"/>
              <a:gd name="connsiteY24" fmla="*/ 0 h 1130300"/>
              <a:gd name="connsiteX25" fmla="*/ 2654431 w 12192003"/>
              <a:gd name="connsiteY25" fmla="*/ 0 h 1130300"/>
              <a:gd name="connsiteX26" fmla="*/ 3791530 w 12192003"/>
              <a:gd name="connsiteY26" fmla="*/ 1026126 h 1130300"/>
              <a:gd name="connsiteX27" fmla="*/ 3796791 w 12192003"/>
              <a:gd name="connsiteY27" fmla="*/ 1130300 h 1130300"/>
              <a:gd name="connsiteX28" fmla="*/ 1512072 w 12192003"/>
              <a:gd name="connsiteY28" fmla="*/ 1130300 h 1130300"/>
              <a:gd name="connsiteX29" fmla="*/ 1517332 w 12192003"/>
              <a:gd name="connsiteY29" fmla="*/ 1026126 h 1130300"/>
              <a:gd name="connsiteX30" fmla="*/ 2654431 w 12192003"/>
              <a:gd name="connsiteY30" fmla="*/ 0 h 1130300"/>
              <a:gd name="connsiteX31" fmla="*/ 362080 w 12192003"/>
              <a:gd name="connsiteY31" fmla="*/ 0 h 1130300"/>
              <a:gd name="connsiteX32" fmla="*/ 1499179 w 12192003"/>
              <a:gd name="connsiteY32" fmla="*/ 1026126 h 1130300"/>
              <a:gd name="connsiteX33" fmla="*/ 1504439 w 12192003"/>
              <a:gd name="connsiteY33" fmla="*/ 1130300 h 1130300"/>
              <a:gd name="connsiteX34" fmla="*/ 0 w 12192003"/>
              <a:gd name="connsiteY34" fmla="*/ 1130300 h 1130300"/>
              <a:gd name="connsiteX35" fmla="*/ 0 w 12192003"/>
              <a:gd name="connsiteY35" fmla="*/ 59507 h 1130300"/>
              <a:gd name="connsiteX36" fmla="*/ 22187 w 12192003"/>
              <a:gd name="connsiteY36" fmla="*/ 51387 h 1130300"/>
              <a:gd name="connsiteX37" fmla="*/ 362080 w 12192003"/>
              <a:gd name="connsiteY37" fmla="*/ 0 h 113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2003" h="1130300">
                <a:moveTo>
                  <a:pt x="11823828" y="0"/>
                </a:moveTo>
                <a:cubicBezTo>
                  <a:pt x="11942189" y="0"/>
                  <a:pt x="12056349" y="17991"/>
                  <a:pt x="12163721" y="51387"/>
                </a:cubicBezTo>
                <a:lnTo>
                  <a:pt x="12192003" y="61738"/>
                </a:lnTo>
                <a:lnTo>
                  <a:pt x="12192003" y="1130300"/>
                </a:lnTo>
                <a:lnTo>
                  <a:pt x="10681469" y="1130300"/>
                </a:lnTo>
                <a:lnTo>
                  <a:pt x="10686729" y="1026126"/>
                </a:lnTo>
                <a:cubicBezTo>
                  <a:pt x="10745262" y="449767"/>
                  <a:pt x="11232021" y="0"/>
                  <a:pt x="11823828" y="0"/>
                </a:cubicBezTo>
                <a:close/>
                <a:moveTo>
                  <a:pt x="9531478" y="0"/>
                </a:moveTo>
                <a:cubicBezTo>
                  <a:pt x="10123285" y="0"/>
                  <a:pt x="10610044" y="449767"/>
                  <a:pt x="10668577" y="1026126"/>
                </a:cubicBezTo>
                <a:lnTo>
                  <a:pt x="10673837" y="1130300"/>
                </a:lnTo>
                <a:lnTo>
                  <a:pt x="8389119" y="1130300"/>
                </a:lnTo>
                <a:lnTo>
                  <a:pt x="8394379" y="1026126"/>
                </a:lnTo>
                <a:cubicBezTo>
                  <a:pt x="8452912" y="449767"/>
                  <a:pt x="8939671" y="0"/>
                  <a:pt x="9531478" y="0"/>
                </a:cubicBezTo>
                <a:close/>
                <a:moveTo>
                  <a:pt x="7239129" y="0"/>
                </a:moveTo>
                <a:cubicBezTo>
                  <a:pt x="7830936" y="0"/>
                  <a:pt x="8317694" y="449767"/>
                  <a:pt x="8376227" y="1026126"/>
                </a:cubicBezTo>
                <a:lnTo>
                  <a:pt x="8381487" y="1130300"/>
                </a:lnTo>
                <a:lnTo>
                  <a:pt x="6096769" y="1130300"/>
                </a:lnTo>
                <a:lnTo>
                  <a:pt x="6102029" y="1026126"/>
                </a:lnTo>
                <a:cubicBezTo>
                  <a:pt x="6160563" y="449767"/>
                  <a:pt x="6647322" y="0"/>
                  <a:pt x="7239129" y="0"/>
                </a:cubicBezTo>
                <a:close/>
                <a:moveTo>
                  <a:pt x="4946780" y="0"/>
                </a:moveTo>
                <a:cubicBezTo>
                  <a:pt x="5538587" y="0"/>
                  <a:pt x="6025345" y="449767"/>
                  <a:pt x="6083878" y="1026126"/>
                </a:cubicBezTo>
                <a:lnTo>
                  <a:pt x="6089139" y="1130300"/>
                </a:lnTo>
                <a:lnTo>
                  <a:pt x="3804423" y="1130300"/>
                </a:lnTo>
                <a:lnTo>
                  <a:pt x="3809684" y="1026126"/>
                </a:lnTo>
                <a:cubicBezTo>
                  <a:pt x="3868216" y="449767"/>
                  <a:pt x="4354972" y="0"/>
                  <a:pt x="4946780" y="0"/>
                </a:cubicBezTo>
                <a:close/>
                <a:moveTo>
                  <a:pt x="2654431" y="0"/>
                </a:moveTo>
                <a:cubicBezTo>
                  <a:pt x="3246238" y="0"/>
                  <a:pt x="3732997" y="449767"/>
                  <a:pt x="3791530" y="1026126"/>
                </a:cubicBezTo>
                <a:lnTo>
                  <a:pt x="3796791" y="1130300"/>
                </a:lnTo>
                <a:lnTo>
                  <a:pt x="1512072" y="1130300"/>
                </a:lnTo>
                <a:lnTo>
                  <a:pt x="1517332" y="1026126"/>
                </a:lnTo>
                <a:cubicBezTo>
                  <a:pt x="1575865" y="449767"/>
                  <a:pt x="2062624" y="0"/>
                  <a:pt x="2654431" y="0"/>
                </a:cubicBezTo>
                <a:close/>
                <a:moveTo>
                  <a:pt x="362080" y="0"/>
                </a:moveTo>
                <a:cubicBezTo>
                  <a:pt x="953887" y="0"/>
                  <a:pt x="1440646" y="449767"/>
                  <a:pt x="1499179" y="1026126"/>
                </a:cubicBezTo>
                <a:lnTo>
                  <a:pt x="1504439" y="1130300"/>
                </a:lnTo>
                <a:lnTo>
                  <a:pt x="0" y="1130300"/>
                </a:lnTo>
                <a:lnTo>
                  <a:pt x="0" y="59507"/>
                </a:lnTo>
                <a:lnTo>
                  <a:pt x="22187" y="51387"/>
                </a:lnTo>
                <a:cubicBezTo>
                  <a:pt x="129559" y="17991"/>
                  <a:pt x="243719" y="0"/>
                  <a:pt x="362080" y="0"/>
                </a:cubicBezTo>
                <a:close/>
              </a:path>
            </a:pathLst>
          </a:custGeom>
          <a:solidFill>
            <a:schemeClr val="accent6">
              <a:lumMod val="75000"/>
              <a:alpha val="25000"/>
            </a:schemeClr>
          </a:solidFill>
        </p:spPr>
        <p:txBody>
          <a:bodyPr wrap="square">
            <a:noAutofit/>
          </a:bodyPr>
          <a:lstStyle>
            <a:lvl1pPr>
              <a:defRPr>
                <a:noFill/>
              </a:defRPr>
            </a:lvl1pPr>
          </a:lstStyle>
          <a:p>
            <a:pPr lvl="0"/>
            <a:endParaRPr lang="en-US"/>
          </a:p>
        </p:txBody>
      </p:sp>
      <p:sp>
        <p:nvSpPr>
          <p:cNvPr id="62" name="Text Placeholder 61">
            <a:extLst>
              <a:ext uri="{FF2B5EF4-FFF2-40B4-BE49-F238E27FC236}">
                <a16:creationId xmlns:a16="http://schemas.microsoft.com/office/drawing/2014/main" id="{70972619-C968-1257-58C9-0DC661642915}"/>
              </a:ext>
            </a:extLst>
          </p:cNvPr>
          <p:cNvSpPr>
            <a:spLocks noGrp="1"/>
          </p:cNvSpPr>
          <p:nvPr>
            <p:ph type="body" sz="quarter" idx="13"/>
          </p:nvPr>
        </p:nvSpPr>
        <p:spPr>
          <a:xfrm>
            <a:off x="0" y="5724189"/>
            <a:ext cx="1503729" cy="1133811"/>
          </a:xfrm>
          <a:custGeom>
            <a:avLst/>
            <a:gdLst>
              <a:gd name="connsiteX0" fmla="*/ 367995 w 1503729"/>
              <a:gd name="connsiteY0" fmla="*/ 19 h 1133811"/>
              <a:gd name="connsiteX1" fmla="*/ 1481576 w 1503729"/>
              <a:gd name="connsiteY1" fmla="*/ 913359 h 1133811"/>
              <a:gd name="connsiteX2" fmla="*/ 1503729 w 1503729"/>
              <a:gd name="connsiteY2" fmla="*/ 1133811 h 1133811"/>
              <a:gd name="connsiteX3" fmla="*/ 1371482 w 1503729"/>
              <a:gd name="connsiteY3" fmla="*/ 1133811 h 1133811"/>
              <a:gd name="connsiteX4" fmla="*/ 1275407 w 1503729"/>
              <a:gd name="connsiteY4" fmla="*/ 1118667 h 1133811"/>
              <a:gd name="connsiteX5" fmla="*/ 367995 w 1503729"/>
              <a:gd name="connsiteY5" fmla="*/ 19 h 1133811"/>
              <a:gd name="connsiteX6" fmla="*/ 367996 w 1503729"/>
              <a:gd name="connsiteY6" fmla="*/ 0 h 1133811"/>
              <a:gd name="connsiteX7" fmla="*/ 33218 w 1503729"/>
              <a:gd name="connsiteY7" fmla="*/ 808204 h 1133811"/>
              <a:gd name="connsiteX8" fmla="*/ 0 w 1503729"/>
              <a:gd name="connsiteY8" fmla="*/ 838393 h 1133811"/>
              <a:gd name="connsiteX9" fmla="*/ 0 w 1503729"/>
              <a:gd name="connsiteY9" fmla="*/ 61671 h 1133811"/>
              <a:gd name="connsiteX10" fmla="*/ 28102 w 1503729"/>
              <a:gd name="connsiteY10" fmla="*/ 51386 h 1133811"/>
              <a:gd name="connsiteX11" fmla="*/ 367996 w 1503729"/>
              <a:gd name="connsiteY11" fmla="*/ 0 h 113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3729" h="1133811">
                <a:moveTo>
                  <a:pt x="367995" y="19"/>
                </a:moveTo>
                <a:cubicBezTo>
                  <a:pt x="917788" y="3008"/>
                  <a:pt x="1375686" y="394157"/>
                  <a:pt x="1481576" y="913359"/>
                </a:cubicBezTo>
                <a:lnTo>
                  <a:pt x="1503729" y="1133811"/>
                </a:lnTo>
                <a:lnTo>
                  <a:pt x="1371482" y="1133811"/>
                </a:lnTo>
                <a:lnTo>
                  <a:pt x="1275407" y="1118667"/>
                </a:lnTo>
                <a:cubicBezTo>
                  <a:pt x="757177" y="1010082"/>
                  <a:pt x="368000" y="550498"/>
                  <a:pt x="367995" y="19"/>
                </a:cubicBezTo>
                <a:close/>
                <a:moveTo>
                  <a:pt x="367996" y="0"/>
                </a:moveTo>
                <a:cubicBezTo>
                  <a:pt x="367996" y="315623"/>
                  <a:pt x="240061" y="601366"/>
                  <a:pt x="33218" y="808204"/>
                </a:cubicBezTo>
                <a:lnTo>
                  <a:pt x="0" y="838393"/>
                </a:lnTo>
                <a:lnTo>
                  <a:pt x="0" y="61671"/>
                </a:lnTo>
                <a:lnTo>
                  <a:pt x="28102" y="51386"/>
                </a:lnTo>
                <a:cubicBezTo>
                  <a:pt x="135475" y="17991"/>
                  <a:pt x="249634" y="0"/>
                  <a:pt x="367996"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endParaRPr lang="en-US"/>
          </a:p>
        </p:txBody>
      </p:sp>
      <p:sp>
        <p:nvSpPr>
          <p:cNvPr id="93" name="Text Placeholder 92">
            <a:extLst>
              <a:ext uri="{FF2B5EF4-FFF2-40B4-BE49-F238E27FC236}">
                <a16:creationId xmlns:a16="http://schemas.microsoft.com/office/drawing/2014/main" id="{0A4A3873-48BC-94DF-6006-FC7F81660A5D}"/>
              </a:ext>
            </a:extLst>
          </p:cNvPr>
          <p:cNvSpPr>
            <a:spLocks noGrp="1"/>
          </p:cNvSpPr>
          <p:nvPr>
            <p:ph type="body" sz="quarter" idx="14"/>
          </p:nvPr>
        </p:nvSpPr>
        <p:spPr>
          <a:xfrm>
            <a:off x="8401353" y="0"/>
            <a:ext cx="3790647" cy="1143002"/>
          </a:xfrm>
          <a:custGeom>
            <a:avLst/>
            <a:gdLst>
              <a:gd name="connsiteX0" fmla="*/ 3790647 w 3790647"/>
              <a:gd name="connsiteY0" fmla="*/ 304585 h 1143002"/>
              <a:gd name="connsiteX1" fmla="*/ 3790647 w 3790647"/>
              <a:gd name="connsiteY1" fmla="*/ 1081329 h 1143002"/>
              <a:gd name="connsiteX2" fmla="*/ 3762543 w 3790647"/>
              <a:gd name="connsiteY2" fmla="*/ 1091615 h 1143002"/>
              <a:gd name="connsiteX3" fmla="*/ 3422649 w 3790647"/>
              <a:gd name="connsiteY3" fmla="*/ 1143002 h 1143002"/>
              <a:gd name="connsiteX4" fmla="*/ 3757427 w 3790647"/>
              <a:gd name="connsiteY4" fmla="*/ 334777 h 1143002"/>
              <a:gd name="connsiteX5" fmla="*/ 2285997 w 3790647"/>
              <a:gd name="connsiteY5" fmla="*/ 17 h 1143002"/>
              <a:gd name="connsiteX6" fmla="*/ 3422650 w 3790647"/>
              <a:gd name="connsiteY6" fmla="*/ 1142983 h 1143002"/>
              <a:gd name="connsiteX7" fmla="*/ 2285997 w 3790647"/>
              <a:gd name="connsiteY7" fmla="*/ 17 h 1143002"/>
              <a:gd name="connsiteX8" fmla="*/ 0 w 3790647"/>
              <a:gd name="connsiteY8" fmla="*/ 17 h 1143002"/>
              <a:gd name="connsiteX9" fmla="*/ 1136650 w 3790647"/>
              <a:gd name="connsiteY9" fmla="*/ 1142983 h 1143002"/>
              <a:gd name="connsiteX10" fmla="*/ 0 w 3790647"/>
              <a:gd name="connsiteY10" fmla="*/ 17 h 1143002"/>
              <a:gd name="connsiteX11" fmla="*/ 2279650 w 3790647"/>
              <a:gd name="connsiteY11" fmla="*/ 0 h 1143002"/>
              <a:gd name="connsiteX12" fmla="*/ 1136650 w 3790647"/>
              <a:gd name="connsiteY12" fmla="*/ 1143002 h 1143002"/>
              <a:gd name="connsiteX13" fmla="*/ 2279650 w 3790647"/>
              <a:gd name="connsiteY13" fmla="*/ 0 h 114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0647" h="1143002">
                <a:moveTo>
                  <a:pt x="3790647" y="304585"/>
                </a:moveTo>
                <a:lnTo>
                  <a:pt x="3790647" y="1081329"/>
                </a:lnTo>
                <a:lnTo>
                  <a:pt x="3762543" y="1091615"/>
                </a:lnTo>
                <a:cubicBezTo>
                  <a:pt x="3655170" y="1125011"/>
                  <a:pt x="3541011" y="1143002"/>
                  <a:pt x="3422649" y="1143002"/>
                </a:cubicBezTo>
                <a:cubicBezTo>
                  <a:pt x="3422649" y="827371"/>
                  <a:pt x="3550584" y="541620"/>
                  <a:pt x="3757427" y="334777"/>
                </a:cubicBezTo>
                <a:close/>
                <a:moveTo>
                  <a:pt x="2285997" y="17"/>
                </a:moveTo>
                <a:cubicBezTo>
                  <a:pt x="2914332" y="3435"/>
                  <a:pt x="3422644" y="513848"/>
                  <a:pt x="3422650" y="1142983"/>
                </a:cubicBezTo>
                <a:cubicBezTo>
                  <a:pt x="2794315" y="1139567"/>
                  <a:pt x="2286006" y="629153"/>
                  <a:pt x="2285997" y="17"/>
                </a:cubicBezTo>
                <a:close/>
                <a:moveTo>
                  <a:pt x="0" y="17"/>
                </a:moveTo>
                <a:cubicBezTo>
                  <a:pt x="628334" y="3435"/>
                  <a:pt x="1136644" y="513848"/>
                  <a:pt x="1136650" y="1142983"/>
                </a:cubicBezTo>
                <a:cubicBezTo>
                  <a:pt x="508316" y="1139567"/>
                  <a:pt x="9" y="629153"/>
                  <a:pt x="0" y="17"/>
                </a:cubicBezTo>
                <a:close/>
                <a:moveTo>
                  <a:pt x="2279650" y="0"/>
                </a:moveTo>
                <a:cubicBezTo>
                  <a:pt x="2279650" y="631263"/>
                  <a:pt x="1767910" y="1143002"/>
                  <a:pt x="1136650" y="1143002"/>
                </a:cubicBezTo>
                <a:cubicBezTo>
                  <a:pt x="1136650" y="511739"/>
                  <a:pt x="1648390" y="0"/>
                  <a:pt x="2279650"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endParaRPr lang="en-US"/>
          </a:p>
        </p:txBody>
      </p:sp>
      <p:pic>
        <p:nvPicPr>
          <p:cNvPr id="120" name="Graphic 119">
            <a:extLst>
              <a:ext uri="{FF2B5EF4-FFF2-40B4-BE49-F238E27FC236}">
                <a16:creationId xmlns:a16="http://schemas.microsoft.com/office/drawing/2014/main" id="{9C01A786-0C1A-6C4A-1466-1AE233D142AE}"/>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68908" b="83148"/>
          <a:stretch/>
        </p:blipFill>
        <p:spPr>
          <a:xfrm>
            <a:off x="8401354" y="12700"/>
            <a:ext cx="3790646" cy="1155700"/>
          </a:xfrm>
          <a:prstGeom prst="rect">
            <a:avLst/>
          </a:prstGeom>
        </p:spPr>
      </p:pic>
    </p:spTree>
    <p:extLst>
      <p:ext uri="{BB962C8B-B14F-4D97-AF65-F5344CB8AC3E}">
        <p14:creationId xmlns:p14="http://schemas.microsoft.com/office/powerpoint/2010/main" val="37409718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b="1"/>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457200" indent="-457200">
              <a:lnSpc>
                <a:spcPct val="90000"/>
              </a:lnSpc>
              <a:spcBef>
                <a:spcPts val="1000"/>
              </a:spcBef>
              <a:spcAft>
                <a:spcPts val="0"/>
              </a:spcAft>
              <a:buSzPct val="100000"/>
              <a:buFont typeface="+mj-lt"/>
              <a:buAutoNum type="arabicPeriod"/>
              <a:defRPr sz="2000"/>
            </a:lvl1pPr>
            <a:lvl2pPr marL="914400" indent="-457200">
              <a:buSzPct val="100000"/>
              <a:buFont typeface="+mj-lt"/>
              <a:buAutoNum type="alphaLcPeriod"/>
              <a:defRPr sz="2000"/>
            </a:lvl2pPr>
            <a:lvl3pPr marL="1371600" indent="-457200">
              <a:buSzPct val="100000"/>
              <a:buFont typeface="+mj-lt"/>
              <a:buAutoNum type="romanLcPeriod"/>
              <a:defRPr sz="1800"/>
            </a:lvl3pPr>
            <a:lvl4pPr marL="1828800" indent="-457200">
              <a:buSzPct val="100000"/>
              <a:buFont typeface="+mj-lt"/>
              <a:buAutoNum type="arabicParenR"/>
              <a:defRPr sz="1800"/>
            </a:lvl4pPr>
            <a:lvl5pPr marL="2286000" indent="-457200">
              <a:buSzPct val="100000"/>
              <a:buFont typeface="+mj-lt"/>
              <a:buAutoNum type="alphaLcParen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a:p>
        </p:txBody>
      </p:sp>
    </p:spTree>
    <p:extLst>
      <p:ext uri="{BB962C8B-B14F-4D97-AF65-F5344CB8AC3E}">
        <p14:creationId xmlns:p14="http://schemas.microsoft.com/office/powerpoint/2010/main" val="2284607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13" name="Title 123">
            <a:extLst>
              <a:ext uri="{FF2B5EF4-FFF2-40B4-BE49-F238E27FC236}">
                <a16:creationId xmlns:a16="http://schemas.microsoft.com/office/drawing/2014/main" id="{0B9C7C4B-FC2C-5D51-5679-3D5ED85185DA}"/>
              </a:ext>
            </a:extLst>
          </p:cNvPr>
          <p:cNvSpPr>
            <a:spLocks noGrp="1"/>
          </p:cNvSpPr>
          <p:nvPr>
            <p:ph type="title"/>
          </p:nvPr>
        </p:nvSpPr>
        <p:spPr>
          <a:xfrm>
            <a:off x="841243" y="832104"/>
            <a:ext cx="10479088" cy="2587625"/>
          </a:xfrm>
        </p:spPr>
        <p:txBody>
          <a:bodyPr anchor="t"/>
          <a:lstStyle>
            <a:lvl1pPr>
              <a:lnSpc>
                <a:spcPct val="75000"/>
              </a:lnSpc>
              <a:defRPr sz="8000" b="0" spc="0" baseline="0">
                <a:solidFill>
                  <a:schemeClr val="bg1"/>
                </a:solidFill>
                <a:latin typeface="+mn-lt"/>
              </a:defRPr>
            </a:lvl1pPr>
          </a:lstStyle>
          <a:p>
            <a:r>
              <a:rPr lang="en-US"/>
              <a:t>Click to edit Master title style</a:t>
            </a:r>
          </a:p>
        </p:txBody>
      </p:sp>
      <p:sp>
        <p:nvSpPr>
          <p:cNvPr id="10" name="Text Placeholder 9">
            <a:extLst>
              <a:ext uri="{FF2B5EF4-FFF2-40B4-BE49-F238E27FC236}">
                <a16:creationId xmlns:a16="http://schemas.microsoft.com/office/drawing/2014/main" id="{C79F5B69-7199-E3E6-5554-6CC2207D48E4}"/>
              </a:ext>
            </a:extLst>
          </p:cNvPr>
          <p:cNvSpPr>
            <a:spLocks noGrp="1"/>
          </p:cNvSpPr>
          <p:nvPr>
            <p:ph type="body" sz="quarter" idx="11"/>
          </p:nvPr>
        </p:nvSpPr>
        <p:spPr>
          <a:xfrm>
            <a:off x="841375" y="3705309"/>
            <a:ext cx="10479088" cy="2587625"/>
          </a:xfrm>
        </p:spPr>
        <p:txBody>
          <a:bodyPr/>
          <a:lstStyle>
            <a:lvl1pPr marL="0" indent="0">
              <a:lnSpc>
                <a:spcPct val="130000"/>
              </a:lnSpc>
              <a:spcAft>
                <a:spcPts val="1000"/>
              </a:spcAft>
              <a:buNone/>
              <a:defRPr b="1" i="0" cap="all" spc="300" baseline="0">
                <a:solidFill>
                  <a:schemeClr val="bg1"/>
                </a:solidFill>
                <a:latin typeface="+mj-lt"/>
              </a:defRPr>
            </a:lvl1pPr>
          </a:lstStyle>
          <a:p>
            <a:pPr lvl="0"/>
            <a:r>
              <a:rPr lang="en-US"/>
              <a:t>Click to edit Master text styles</a:t>
            </a:r>
          </a:p>
        </p:txBody>
      </p:sp>
    </p:spTree>
    <p:extLst>
      <p:ext uri="{BB962C8B-B14F-4D97-AF65-F5344CB8AC3E}">
        <p14:creationId xmlns:p14="http://schemas.microsoft.com/office/powerpoint/2010/main" val="1430931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9200" cy="432000"/>
          </a:xfrm>
          <a:prstGeom prst="rect">
            <a:avLst/>
          </a:prstGeom>
        </p:spPr>
        <p:txBody>
          <a:bodyPr vert="horz" lIns="0" tIns="0" rIns="0" bIns="0" rtlCol="0" anchor="ctr">
            <a:noAutofit/>
          </a:bodyPr>
          <a:lstStyle/>
          <a:p>
            <a:pPr lvl="0"/>
            <a:r>
              <a:rPr lang="en-US" noProof="0"/>
              <a:t>Click to edit Master title style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152000"/>
            <a:ext cx="11329200" cy="503925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5893"/>
            <a:ext cx="4114800" cy="226714"/>
          </a:xfrm>
          <a:prstGeom prst="rect">
            <a:avLst/>
          </a:prstGeom>
        </p:spPr>
        <p:txBody>
          <a:bodyPr vert="horz" lIns="0" tIns="0" rIns="0" bIns="0" rtlCol="0" anchor="ctr"/>
          <a:lstStyle>
            <a:lvl1pPr algn="l">
              <a:defRPr sz="1200">
                <a:solidFill>
                  <a:schemeClr val="tx1">
                    <a:lumMod val="75000"/>
                    <a:lumOff val="25000"/>
                  </a:schemeClr>
                </a:solidFill>
              </a:defRPr>
            </a:lvl1pPr>
          </a:lstStyle>
          <a:p>
            <a:r>
              <a:rPr lang="en-US" noProof="0"/>
              <a:t>FOOTER TITLE</a:t>
            </a:r>
          </a:p>
        </p:txBody>
      </p:sp>
      <p:sp>
        <p:nvSpPr>
          <p:cNvPr id="4" name="Slide Number Placeholder 3">
            <a:extLst>
              <a:ext uri="{FF2B5EF4-FFF2-40B4-BE49-F238E27FC236}">
                <a16:creationId xmlns:a16="http://schemas.microsoft.com/office/drawing/2014/main" id="{215F7E44-8ABB-4ABE-998C-AFEFE7AA0503}"/>
              </a:ext>
            </a:extLst>
          </p:cNvPr>
          <p:cNvSpPr>
            <a:spLocks noGrp="1"/>
          </p:cNvSpPr>
          <p:nvPr>
            <p:ph type="sldNum" sz="quarter" idx="4"/>
          </p:nvPr>
        </p:nvSpPr>
        <p:spPr>
          <a:xfrm>
            <a:off x="10917936" y="6385422"/>
            <a:ext cx="843264" cy="288000"/>
          </a:xfrm>
          <a:prstGeom prst="rect">
            <a:avLst/>
          </a:prstGeom>
          <a:noFill/>
        </p:spPr>
        <p:txBody>
          <a:bodyPr lIns="0" tIns="0" rIns="0" bIns="0" anchor="ctr"/>
          <a:lstStyle>
            <a:lvl1pPr algn="r">
              <a:defRPr lang="en-ZA" sz="1000" b="0" smtClean="0">
                <a:solidFill>
                  <a:sysClr val="windowText" lastClr="000000"/>
                </a:solidFill>
              </a:defRPr>
            </a:lvl1pPr>
          </a:lstStyle>
          <a:p>
            <a:fld id="{B67B645E-C5E5-4727-B977-D372A0AA71D9}" type="slidenum">
              <a:rPr lang="en-US" smtClean="0"/>
              <a:pPr/>
              <a:t>‹#›</a:t>
            </a:fld>
            <a:endParaRPr lang="en-US"/>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hf hdr="0" ftr="0" dt="0"/>
  <p:txStyles>
    <p:title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p:titleStyle>
    <p:bodyStyle>
      <a:lvl1pPr marL="347472" indent="-347472" algn="l" defTabSz="914400" rtl="0" eaLnBrk="1" latinLnBrk="0" hangingPunct="1">
        <a:lnSpc>
          <a:spcPct val="90000"/>
        </a:lnSpc>
        <a:spcBef>
          <a:spcPts val="0"/>
        </a:spcBef>
        <a:spcAft>
          <a:spcPts val="1800"/>
        </a:spcAft>
        <a:buSzPct val="75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F917E-922A-1054-6306-D37C378F1165}"/>
              </a:ext>
            </a:extLst>
          </p:cNvPr>
          <p:cNvSpPr>
            <a:spLocks noGrp="1"/>
          </p:cNvSpPr>
          <p:nvPr>
            <p:ph type="title"/>
          </p:nvPr>
        </p:nvSpPr>
        <p:spPr>
          <a:xfrm>
            <a:off x="841248" y="841248"/>
            <a:ext cx="10479024" cy="557784"/>
          </a:xfrm>
        </p:spPr>
        <p:txBody>
          <a:bodyPr/>
          <a:lstStyle/>
          <a:p>
            <a:br>
              <a:rPr lang="en-US"/>
            </a:br>
            <a:endParaRPr lang="en-US"/>
          </a:p>
        </p:txBody>
      </p:sp>
      <p:sp>
        <p:nvSpPr>
          <p:cNvPr id="3" name="Text Placeholder 2">
            <a:extLst>
              <a:ext uri="{FF2B5EF4-FFF2-40B4-BE49-F238E27FC236}">
                <a16:creationId xmlns:a16="http://schemas.microsoft.com/office/drawing/2014/main" id="{1C3D50B0-02F8-A1E6-8A67-C0B7034A4743}"/>
              </a:ext>
            </a:extLst>
          </p:cNvPr>
          <p:cNvSpPr>
            <a:spLocks noGrp="1"/>
          </p:cNvSpPr>
          <p:nvPr>
            <p:ph type="body" sz="quarter" idx="10"/>
          </p:nvPr>
        </p:nvSpPr>
        <p:spPr>
          <a:xfrm>
            <a:off x="841247" y="1536192"/>
            <a:ext cx="10479215" cy="4480560"/>
          </a:xfrm>
        </p:spPr>
        <p:txBody>
          <a:bodyPr vert="horz" lIns="0" tIns="0" rIns="0" bIns="0" rtlCol="0" anchor="t">
            <a:noAutofit/>
          </a:bodyPr>
          <a:lstStyle/>
          <a:p>
            <a:r>
              <a:rPr lang="en-US"/>
              <a:t>Data Security and Privacy</a:t>
            </a:r>
          </a:p>
          <a:p>
            <a:endParaRPr lang="en-US"/>
          </a:p>
        </p:txBody>
      </p:sp>
    </p:spTree>
    <p:extLst>
      <p:ext uri="{BB962C8B-B14F-4D97-AF65-F5344CB8AC3E}">
        <p14:creationId xmlns:p14="http://schemas.microsoft.com/office/powerpoint/2010/main" val="1516999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6923F-2B95-8D5A-8578-DBC0FC0DCEA8}"/>
              </a:ext>
            </a:extLst>
          </p:cNvPr>
          <p:cNvSpPr>
            <a:spLocks noGrp="1"/>
          </p:cNvSpPr>
          <p:nvPr>
            <p:ph type="title"/>
          </p:nvPr>
        </p:nvSpPr>
        <p:spPr>
          <a:xfrm>
            <a:off x="841248" y="841248"/>
            <a:ext cx="10479024" cy="557784"/>
          </a:xfrm>
        </p:spPr>
        <p:txBody>
          <a:bodyPr/>
          <a:lstStyle/>
          <a:p>
            <a:r>
              <a:rPr lang="en-US"/>
              <a:t>Group 10</a:t>
            </a:r>
          </a:p>
        </p:txBody>
      </p:sp>
      <p:sp>
        <p:nvSpPr>
          <p:cNvPr id="5" name="Text Placeholder 4">
            <a:extLst>
              <a:ext uri="{FF2B5EF4-FFF2-40B4-BE49-F238E27FC236}">
                <a16:creationId xmlns:a16="http://schemas.microsoft.com/office/drawing/2014/main" id="{DFFF7AA9-7C16-A939-67C8-DF700FEF7D83}"/>
              </a:ext>
            </a:extLst>
          </p:cNvPr>
          <p:cNvSpPr>
            <a:spLocks noGrp="1"/>
          </p:cNvSpPr>
          <p:nvPr>
            <p:ph sz="quarter" idx="13"/>
          </p:nvPr>
        </p:nvSpPr>
        <p:spPr>
          <a:xfrm>
            <a:off x="841248" y="1536827"/>
            <a:ext cx="6556375" cy="4479925"/>
          </a:xfrm>
        </p:spPr>
        <p:txBody>
          <a:bodyPr vert="horz" lIns="0" tIns="0" rIns="0" bIns="0" rtlCol="0" anchor="t">
            <a:normAutofit/>
          </a:bodyPr>
          <a:lstStyle/>
          <a:p>
            <a:pPr marL="347345" indent="-347345"/>
            <a:r>
              <a:rPr lang="en-US"/>
              <a:t>Connor Blaha</a:t>
            </a:r>
          </a:p>
          <a:p>
            <a:pPr marL="347345" indent="-347345"/>
            <a:r>
              <a:rPr lang="en-US"/>
              <a:t>Alex Tregub</a:t>
            </a:r>
          </a:p>
          <a:p>
            <a:pPr marL="347345" indent="-347345"/>
            <a:r>
              <a:rPr lang="en-US"/>
              <a:t>Brandom Robare</a:t>
            </a:r>
          </a:p>
          <a:p>
            <a:pPr marL="347345" indent="-347345"/>
            <a:r>
              <a:rPr lang="en-US"/>
              <a:t>Albaraa </a:t>
            </a:r>
            <a:r>
              <a:rPr lang="en-US" err="1"/>
              <a:t>Alluhaibi</a:t>
            </a:r>
          </a:p>
          <a:p>
            <a:pPr marL="347345" indent="-347345"/>
            <a:r>
              <a:rPr lang="en-US"/>
              <a:t>Meghan McCracken</a:t>
            </a:r>
          </a:p>
          <a:p>
            <a:pPr marL="347345" indent="-347345"/>
            <a:r>
              <a:rPr lang="en-US"/>
              <a:t>Cody Sherman</a:t>
            </a:r>
          </a:p>
          <a:p>
            <a:pPr marL="347345" indent="-347345"/>
            <a:endParaRPr lang="en-US"/>
          </a:p>
        </p:txBody>
      </p:sp>
      <p:sp>
        <p:nvSpPr>
          <p:cNvPr id="4" name="Slide Number Placeholder 3">
            <a:extLst>
              <a:ext uri="{FF2B5EF4-FFF2-40B4-BE49-F238E27FC236}">
                <a16:creationId xmlns:a16="http://schemas.microsoft.com/office/drawing/2014/main" id="{58FEA6BC-F3A8-6DDC-F1F8-6348F54E8BE2}"/>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2</a:t>
            </a:fld>
            <a:endParaRPr lang="en-US"/>
          </a:p>
        </p:txBody>
      </p:sp>
    </p:spTree>
    <p:extLst>
      <p:ext uri="{BB962C8B-B14F-4D97-AF65-F5344CB8AC3E}">
        <p14:creationId xmlns:p14="http://schemas.microsoft.com/office/powerpoint/2010/main" val="4132634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6C1B3-5A58-95F2-1E77-60494EF63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BEBB4-9E6D-0C8C-B1ED-CEE549F5F64E}"/>
              </a:ext>
            </a:extLst>
          </p:cNvPr>
          <p:cNvSpPr>
            <a:spLocks noGrp="1"/>
          </p:cNvSpPr>
          <p:nvPr>
            <p:ph type="title"/>
          </p:nvPr>
        </p:nvSpPr>
        <p:spPr>
          <a:xfrm>
            <a:off x="841248" y="841248"/>
            <a:ext cx="10479024" cy="557784"/>
          </a:xfrm>
        </p:spPr>
        <p:txBody>
          <a:bodyPr/>
          <a:lstStyle/>
          <a:p>
            <a:r>
              <a:rPr lang="en-US"/>
              <a:t>Contents</a:t>
            </a:r>
          </a:p>
        </p:txBody>
      </p:sp>
      <p:sp>
        <p:nvSpPr>
          <p:cNvPr id="5" name="Text Placeholder 4">
            <a:extLst>
              <a:ext uri="{FF2B5EF4-FFF2-40B4-BE49-F238E27FC236}">
                <a16:creationId xmlns:a16="http://schemas.microsoft.com/office/drawing/2014/main" id="{63C472F4-C539-E9C3-59B4-10E5F33C8038}"/>
              </a:ext>
            </a:extLst>
          </p:cNvPr>
          <p:cNvSpPr>
            <a:spLocks noGrp="1"/>
          </p:cNvSpPr>
          <p:nvPr>
            <p:ph sz="quarter" idx="13"/>
          </p:nvPr>
        </p:nvSpPr>
        <p:spPr>
          <a:xfrm>
            <a:off x="841248" y="1536827"/>
            <a:ext cx="6556375" cy="4479925"/>
          </a:xfrm>
        </p:spPr>
        <p:txBody>
          <a:bodyPr vert="horz" lIns="0" tIns="0" rIns="0" bIns="0" rtlCol="0" anchor="t">
            <a:normAutofit/>
          </a:bodyPr>
          <a:lstStyle/>
          <a:p>
            <a:pPr marL="347345" indent="-347345"/>
            <a:r>
              <a:rPr lang="en-US"/>
              <a:t>K-Anonymity: A background</a:t>
            </a:r>
          </a:p>
          <a:p>
            <a:pPr marL="347345" indent="-347345"/>
            <a:r>
              <a:rPr lang="en-US"/>
              <a:t>K-Anonymity-Motivations/Real World </a:t>
            </a:r>
          </a:p>
          <a:p>
            <a:pPr marL="347345" indent="-347345"/>
            <a:r>
              <a:rPr lang="en-US"/>
              <a:t>K-Anonymity issues/problems</a:t>
            </a:r>
          </a:p>
          <a:p>
            <a:pPr marL="347345" indent="-347345"/>
            <a:r>
              <a:rPr lang="en-US"/>
              <a:t>Pseudocode</a:t>
            </a:r>
          </a:p>
          <a:p>
            <a:pPr marL="347345" indent="-347345"/>
            <a:r>
              <a:rPr lang="en-US"/>
              <a:t>Implementation</a:t>
            </a:r>
          </a:p>
          <a:p>
            <a:pPr marL="347345" indent="-347345"/>
            <a:r>
              <a:rPr lang="en-US"/>
              <a:t>Demo</a:t>
            </a:r>
          </a:p>
          <a:p>
            <a:pPr marL="347345" indent="-347345"/>
            <a:endParaRPr lang="en-US"/>
          </a:p>
        </p:txBody>
      </p:sp>
      <p:sp>
        <p:nvSpPr>
          <p:cNvPr id="4" name="Slide Number Placeholder 3">
            <a:extLst>
              <a:ext uri="{FF2B5EF4-FFF2-40B4-BE49-F238E27FC236}">
                <a16:creationId xmlns:a16="http://schemas.microsoft.com/office/drawing/2014/main" id="{48D6EA62-FD71-8FF1-0F80-095EBDA90452}"/>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3</a:t>
            </a:fld>
            <a:endParaRPr lang="en-US"/>
          </a:p>
        </p:txBody>
      </p:sp>
    </p:spTree>
    <p:extLst>
      <p:ext uri="{BB962C8B-B14F-4D97-AF65-F5344CB8AC3E}">
        <p14:creationId xmlns:p14="http://schemas.microsoft.com/office/powerpoint/2010/main" val="3579017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1F36F11-A50A-4347-9430-9522EAFCAB77}"/>
              </a:ext>
            </a:extLst>
          </p:cNvPr>
          <p:cNvSpPr>
            <a:spLocks noGrp="1"/>
          </p:cNvSpPr>
          <p:nvPr>
            <p:ph type="title"/>
          </p:nvPr>
        </p:nvSpPr>
        <p:spPr>
          <a:xfrm>
            <a:off x="841248" y="841248"/>
            <a:ext cx="6931152" cy="557784"/>
          </a:xfrm>
        </p:spPr>
        <p:txBody>
          <a:bodyPr/>
          <a:lstStyle/>
          <a:p>
            <a:r>
              <a:rPr lang="en-US"/>
              <a:t>Background</a:t>
            </a:r>
            <a:br>
              <a:rPr lang="en-US"/>
            </a:br>
            <a:br>
              <a:rPr lang="en-US"/>
            </a:br>
            <a:endParaRPr lang="en-US"/>
          </a:p>
        </p:txBody>
      </p:sp>
      <p:sp>
        <p:nvSpPr>
          <p:cNvPr id="4" name="Text Placeholder 3">
            <a:extLst>
              <a:ext uri="{FF2B5EF4-FFF2-40B4-BE49-F238E27FC236}">
                <a16:creationId xmlns:a16="http://schemas.microsoft.com/office/drawing/2014/main" id="{9A1E0E93-C6B0-0C8B-16D2-354982229DB1}"/>
              </a:ext>
            </a:extLst>
          </p:cNvPr>
          <p:cNvSpPr>
            <a:spLocks noGrp="1"/>
          </p:cNvSpPr>
          <p:nvPr>
            <p:ph type="body" sz="quarter" idx="10"/>
          </p:nvPr>
        </p:nvSpPr>
        <p:spPr>
          <a:xfrm>
            <a:off x="841247" y="1536192"/>
            <a:ext cx="6931152" cy="4480560"/>
          </a:xfrm>
        </p:spPr>
        <p:txBody>
          <a:bodyPr vert="horz" lIns="0" tIns="0" rIns="0" bIns="0" rtlCol="0" anchor="t">
            <a:noAutofit/>
          </a:bodyPr>
          <a:lstStyle/>
          <a:p>
            <a:r>
              <a:rPr lang="en-US"/>
              <a:t>What is K-Anonymity?</a:t>
            </a:r>
          </a:p>
          <a:p>
            <a:endParaRPr lang="en-US"/>
          </a:p>
          <a:p>
            <a:endParaRPr lang="en-US"/>
          </a:p>
        </p:txBody>
      </p:sp>
      <p:pic>
        <p:nvPicPr>
          <p:cNvPr id="5" name="Picture Placeholder 4" descr="Group of people looking at laptop">
            <a:extLst>
              <a:ext uri="{FF2B5EF4-FFF2-40B4-BE49-F238E27FC236}">
                <a16:creationId xmlns:a16="http://schemas.microsoft.com/office/drawing/2014/main" id="{7D207226-A30E-B460-3601-8BA75215004A}"/>
              </a:ext>
            </a:extLst>
          </p:cNvPr>
          <p:cNvPicPr>
            <a:picLocks noGrp="1" noChangeAspect="1"/>
          </p:cNvPicPr>
          <p:nvPr>
            <p:ph type="pic" sz="quarter" idx="11"/>
          </p:nvPr>
        </p:nvPicPr>
        <p:blipFill>
          <a:blip r:embed="rId2"/>
          <a:srcRect t="12" b="12"/>
          <a:stretch/>
        </p:blipFill>
        <p:spPr>
          <a:xfrm>
            <a:off x="6111240" y="2231136"/>
            <a:ext cx="6080760" cy="4626864"/>
          </a:xfrm>
        </p:spPr>
      </p:pic>
    </p:spTree>
    <p:extLst>
      <p:ext uri="{BB962C8B-B14F-4D97-AF65-F5344CB8AC3E}">
        <p14:creationId xmlns:p14="http://schemas.microsoft.com/office/powerpoint/2010/main" val="1746520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453F2-B285-F04B-7678-E26E25056A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D5C6BD-B197-849C-DD75-D3731646D4BC}"/>
              </a:ext>
            </a:extLst>
          </p:cNvPr>
          <p:cNvSpPr>
            <a:spLocks noGrp="1"/>
          </p:cNvSpPr>
          <p:nvPr>
            <p:ph type="title"/>
          </p:nvPr>
        </p:nvSpPr>
        <p:spPr>
          <a:xfrm>
            <a:off x="841248" y="841248"/>
            <a:ext cx="10479024" cy="557784"/>
          </a:xfrm>
        </p:spPr>
        <p:txBody>
          <a:bodyPr/>
          <a:lstStyle/>
          <a:p>
            <a:r>
              <a:rPr lang="en-US"/>
              <a:t>K-Anonymity: Definition</a:t>
            </a:r>
            <a:br>
              <a:rPr lang="en-US"/>
            </a:br>
            <a:endParaRPr lang="en-US"/>
          </a:p>
        </p:txBody>
      </p:sp>
      <p:sp>
        <p:nvSpPr>
          <p:cNvPr id="5" name="Content Placeholder 4">
            <a:extLst>
              <a:ext uri="{FF2B5EF4-FFF2-40B4-BE49-F238E27FC236}">
                <a16:creationId xmlns:a16="http://schemas.microsoft.com/office/drawing/2014/main" id="{24CF6C64-7CB9-1BD1-90E8-1D3F992AC3B3}"/>
              </a:ext>
            </a:extLst>
          </p:cNvPr>
          <p:cNvSpPr>
            <a:spLocks noGrp="1"/>
          </p:cNvSpPr>
          <p:nvPr>
            <p:ph sz="quarter" idx="13"/>
          </p:nvPr>
        </p:nvSpPr>
        <p:spPr>
          <a:xfrm>
            <a:off x="841248" y="1536827"/>
            <a:ext cx="6556375" cy="4479925"/>
          </a:xfrm>
        </p:spPr>
        <p:txBody>
          <a:bodyPr vert="horz" lIns="0" tIns="0" rIns="0" bIns="0" rtlCol="0" anchor="t">
            <a:normAutofit/>
          </a:bodyPr>
          <a:lstStyle/>
          <a:p>
            <a:pPr marL="347345" indent="-347345"/>
            <a:r>
              <a:rPr lang="en-US"/>
              <a:t>A privacy preserving technique</a:t>
            </a:r>
          </a:p>
          <a:p>
            <a:pPr marL="347345" indent="-347345"/>
            <a:r>
              <a:rPr lang="en-US"/>
              <a:t>Ensures a record is indistinguishable from at least k-1 other records, based on their quasi-identifiers.</a:t>
            </a:r>
          </a:p>
          <a:p>
            <a:pPr marL="347345" indent="-347345"/>
            <a:r>
              <a:rPr lang="en-US"/>
              <a:t>Utilizes generalization and suppression for Q.I. and sensitive values</a:t>
            </a:r>
          </a:p>
          <a:p>
            <a:pPr marL="347345" indent="-347345"/>
            <a:r>
              <a:rPr lang="en-US"/>
              <a:t>These aspects help to prevent re-identification of an individual's identity. </a:t>
            </a:r>
          </a:p>
          <a:p>
            <a:pPr marL="347345" indent="-347345"/>
            <a:endParaRPr lang="en-US"/>
          </a:p>
        </p:txBody>
      </p:sp>
      <p:sp>
        <p:nvSpPr>
          <p:cNvPr id="4" name="Slide Number Placeholder 3">
            <a:extLst>
              <a:ext uri="{FF2B5EF4-FFF2-40B4-BE49-F238E27FC236}">
                <a16:creationId xmlns:a16="http://schemas.microsoft.com/office/drawing/2014/main" id="{0A792B27-DC7A-F245-0139-CF3BF49B3F28}"/>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5</a:t>
            </a:fld>
            <a:endParaRPr lang="en-US"/>
          </a:p>
        </p:txBody>
      </p:sp>
    </p:spTree>
    <p:extLst>
      <p:ext uri="{BB962C8B-B14F-4D97-AF65-F5344CB8AC3E}">
        <p14:creationId xmlns:p14="http://schemas.microsoft.com/office/powerpoint/2010/main" val="3158240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F5940-61B6-8BA5-4DA5-5DE5C6649E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4B57AD-F307-8588-A8EC-56DAB89DD2FC}"/>
              </a:ext>
            </a:extLst>
          </p:cNvPr>
          <p:cNvSpPr>
            <a:spLocks noGrp="1"/>
          </p:cNvSpPr>
          <p:nvPr>
            <p:ph type="title"/>
          </p:nvPr>
        </p:nvSpPr>
        <p:spPr>
          <a:xfrm>
            <a:off x="841248" y="841248"/>
            <a:ext cx="10479024" cy="557784"/>
          </a:xfrm>
        </p:spPr>
        <p:txBody>
          <a:bodyPr anchor="t">
            <a:normAutofit/>
          </a:bodyPr>
          <a:lstStyle/>
          <a:p>
            <a:r>
              <a:rPr lang="en-US"/>
              <a:t>K-Anonymity: mathematical Definition</a:t>
            </a:r>
            <a:br>
              <a:rPr lang="en-US"/>
            </a:br>
            <a:endParaRPr lang="en-US"/>
          </a:p>
        </p:txBody>
      </p:sp>
      <p:sp>
        <p:nvSpPr>
          <p:cNvPr id="5" name="Content Placeholder 4">
            <a:extLst>
              <a:ext uri="{FF2B5EF4-FFF2-40B4-BE49-F238E27FC236}">
                <a16:creationId xmlns:a16="http://schemas.microsoft.com/office/drawing/2014/main" id="{6DBB89D8-4FDA-67E0-85E4-7D30C923A955}"/>
              </a:ext>
            </a:extLst>
          </p:cNvPr>
          <p:cNvSpPr>
            <a:spLocks noGrp="1"/>
          </p:cNvSpPr>
          <p:nvPr>
            <p:ph sz="quarter" idx="13"/>
          </p:nvPr>
        </p:nvSpPr>
        <p:spPr>
          <a:xfrm>
            <a:off x="841248" y="1536827"/>
            <a:ext cx="2862072" cy="4479925"/>
          </a:xfrm>
        </p:spPr>
        <p:txBody>
          <a:bodyPr vert="horz" lIns="0" tIns="0" rIns="0" bIns="0" rtlCol="0">
            <a:normAutofit/>
          </a:bodyPr>
          <a:lstStyle/>
          <a:p>
            <a:pPr marL="347345" indent="-347345"/>
            <a:r>
              <a:rPr lang="en-US"/>
              <a:t>Let there be a table of T(A</a:t>
            </a:r>
            <a:r>
              <a:rPr lang="en-US" baseline="-25000"/>
              <a:t>1</a:t>
            </a:r>
            <a:r>
              <a:rPr lang="en-US"/>
              <a:t>, A</a:t>
            </a:r>
            <a:r>
              <a:rPr lang="en-US" baseline="-25000"/>
              <a:t>2</a:t>
            </a:r>
            <a:r>
              <a:rPr lang="en-US"/>
              <a:t>,..., A</a:t>
            </a:r>
            <a:r>
              <a:rPr lang="en-US" baseline="-25000"/>
              <a:t>n</a:t>
            </a:r>
            <a:r>
              <a:rPr lang="en-US"/>
              <a:t> ), where A is an attribute, or column, and said table has a finite number of tuples represented by rows, each correlating to an object O</a:t>
            </a:r>
            <a:r>
              <a:rPr lang="en-US" baseline="-25000"/>
              <a:t>i</a:t>
            </a:r>
            <a:r>
              <a:rPr lang="en-US"/>
              <a:t>.  Each tuple has a value V</a:t>
            </a:r>
            <a:r>
              <a:rPr lang="en-US" baseline="-25000"/>
              <a:t>i</a:t>
            </a:r>
            <a:r>
              <a:rPr lang="en-US"/>
              <a:t> in each of these columns. Each object only has one tuple associated with it. So thus:</a:t>
            </a:r>
          </a:p>
          <a:p>
            <a:pPr marL="347345" indent="-347345"/>
            <a:endParaRPr lang="en-US"/>
          </a:p>
          <a:p>
            <a:pPr marL="347345" indent="-347345"/>
            <a:endParaRPr lang="en-US"/>
          </a:p>
        </p:txBody>
      </p:sp>
      <p:sp>
        <p:nvSpPr>
          <p:cNvPr id="13" name="Text Placeholder 3">
            <a:extLst>
              <a:ext uri="{FF2B5EF4-FFF2-40B4-BE49-F238E27FC236}">
                <a16:creationId xmlns:a16="http://schemas.microsoft.com/office/drawing/2014/main" id="{24C28C80-37E5-1100-F43B-17B31055DA84}"/>
              </a:ext>
            </a:extLst>
          </p:cNvPr>
          <p:cNvSpPr>
            <a:spLocks noGrp="1"/>
          </p:cNvSpPr>
          <p:nvPr>
            <p:ph type="body" sz="quarter" idx="15"/>
          </p:nvPr>
        </p:nvSpPr>
        <p:spPr>
          <a:xfrm>
            <a:off x="4791455" y="1536826"/>
            <a:ext cx="5650992" cy="557784"/>
          </a:xfrm>
        </p:spPr>
        <p:txBody>
          <a:bodyPr/>
          <a:lstStyle/>
          <a:p>
            <a:endParaRPr lang="en-US"/>
          </a:p>
        </p:txBody>
      </p:sp>
      <p:sp>
        <p:nvSpPr>
          <p:cNvPr id="4" name="Slide Number Placeholder 3">
            <a:extLst>
              <a:ext uri="{FF2B5EF4-FFF2-40B4-BE49-F238E27FC236}">
                <a16:creationId xmlns:a16="http://schemas.microsoft.com/office/drawing/2014/main" id="{CE714D2E-130B-F282-FFC6-F092339CE98E}"/>
              </a:ext>
            </a:extLst>
          </p:cNvPr>
          <p:cNvSpPr>
            <a:spLocks noGrp="1"/>
          </p:cNvSpPr>
          <p:nvPr>
            <p:ph type="sldNum" sz="quarter" idx="11"/>
          </p:nvPr>
        </p:nvSpPr>
        <p:spPr>
          <a:xfrm>
            <a:off x="10917936" y="6385422"/>
            <a:ext cx="843264" cy="288000"/>
          </a:xfrm>
        </p:spPr>
        <p:txBody>
          <a:bodyPr anchor="ctr">
            <a:normAutofit/>
          </a:bodyPr>
          <a:lstStyle/>
          <a:p>
            <a:pPr>
              <a:spcAft>
                <a:spcPts val="600"/>
              </a:spcAft>
            </a:pPr>
            <a:fld id="{B67B645E-C5E5-4727-B977-D372A0AA71D9}" type="slidenum">
              <a:rPr lang="en-US" smtClean="0"/>
              <a:pPr>
                <a:spcAft>
                  <a:spcPts val="600"/>
                </a:spcAft>
              </a:pPr>
              <a:t>6</a:t>
            </a:fld>
            <a:endParaRPr lang="en-US"/>
          </a:p>
        </p:txBody>
      </p:sp>
      <p:graphicFrame>
        <p:nvGraphicFramePr>
          <p:cNvPr id="6" name="Table 5">
            <a:extLst>
              <a:ext uri="{FF2B5EF4-FFF2-40B4-BE49-F238E27FC236}">
                <a16:creationId xmlns:a16="http://schemas.microsoft.com/office/drawing/2014/main" id="{C573ACE1-3346-E345-4AB0-6790CCCDFB8E}"/>
              </a:ext>
            </a:extLst>
          </p:cNvPr>
          <p:cNvGraphicFramePr>
            <a:graphicFrameLocks noGrp="1"/>
          </p:cNvGraphicFramePr>
          <p:nvPr>
            <p:extLst>
              <p:ext uri="{D42A27DB-BD31-4B8C-83A1-F6EECF244321}">
                <p14:modId xmlns:p14="http://schemas.microsoft.com/office/powerpoint/2010/main" val="878174564"/>
              </p:ext>
            </p:extLst>
          </p:nvPr>
        </p:nvGraphicFramePr>
        <p:xfrm>
          <a:off x="5430210" y="2469388"/>
          <a:ext cx="4373486" cy="3363976"/>
        </p:xfrm>
        <a:graphic>
          <a:graphicData uri="http://schemas.openxmlformats.org/drawingml/2006/table">
            <a:tbl>
              <a:tblPr bandRow="1">
                <a:tableStyleId>{68D230F3-CF80-4859-8CE7-A43EE81993B5}</a:tableStyleId>
              </a:tblPr>
              <a:tblGrid>
                <a:gridCol w="1135937">
                  <a:extLst>
                    <a:ext uri="{9D8B030D-6E8A-4147-A177-3AD203B41FA5}">
                      <a16:colId xmlns:a16="http://schemas.microsoft.com/office/drawing/2014/main" val="311494742"/>
                    </a:ext>
                  </a:extLst>
                </a:gridCol>
                <a:gridCol w="1079183">
                  <a:extLst>
                    <a:ext uri="{9D8B030D-6E8A-4147-A177-3AD203B41FA5}">
                      <a16:colId xmlns:a16="http://schemas.microsoft.com/office/drawing/2014/main" val="2299170310"/>
                    </a:ext>
                  </a:extLst>
                </a:gridCol>
                <a:gridCol w="1079183">
                  <a:extLst>
                    <a:ext uri="{9D8B030D-6E8A-4147-A177-3AD203B41FA5}">
                      <a16:colId xmlns:a16="http://schemas.microsoft.com/office/drawing/2014/main" val="3680024047"/>
                    </a:ext>
                  </a:extLst>
                </a:gridCol>
                <a:gridCol w="1079183">
                  <a:extLst>
                    <a:ext uri="{9D8B030D-6E8A-4147-A177-3AD203B41FA5}">
                      <a16:colId xmlns:a16="http://schemas.microsoft.com/office/drawing/2014/main" val="1218200824"/>
                    </a:ext>
                  </a:extLst>
                </a:gridCol>
              </a:tblGrid>
              <a:tr h="840994">
                <a:tc>
                  <a:txBody>
                    <a:bodyPr/>
                    <a:lstStyle/>
                    <a:p>
                      <a:pPr algn="l" rtl="0" fontAlgn="base">
                        <a:lnSpc>
                          <a:spcPts val="1350"/>
                        </a:lnSpc>
                        <a:buNone/>
                      </a:pPr>
                      <a:r>
                        <a:rPr lang="en-US" sz="3300" b="0" i="0">
                          <a:effectLst/>
                          <a:latin typeface="Aptos" panose="020B0004020202020204" pitchFamily="34" charset="0"/>
                        </a:rPr>
                        <a:t> </a:t>
                      </a:r>
                    </a:p>
                  </a:txBody>
                  <a:tcPr marL="183356" marR="183356" marT="125730" marB="12573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50"/>
                        </a:lnSpc>
                        <a:buNone/>
                      </a:pPr>
                      <a:r>
                        <a:rPr lang="en-US" sz="3300" b="0" i="0">
                          <a:effectLst/>
                          <a:latin typeface="Aptos" panose="020B0004020202020204" pitchFamily="34" charset="0"/>
                        </a:rPr>
                        <a:t>A</a:t>
                      </a:r>
                      <a:r>
                        <a:rPr lang="en-US" sz="2600" b="0" i="0" baseline="-25000">
                          <a:effectLst/>
                          <a:latin typeface="Aptos" panose="020B0004020202020204" pitchFamily="34" charset="0"/>
                        </a:rPr>
                        <a:t>1</a:t>
                      </a:r>
                      <a:r>
                        <a:rPr lang="en-US" sz="2600" b="0" i="0">
                          <a:effectLst/>
                          <a:latin typeface="Aptos" panose="020B0004020202020204" pitchFamily="34" charset="0"/>
                        </a:rPr>
                        <a:t> </a:t>
                      </a:r>
                      <a:endParaRPr lang="en-US" sz="5000" b="0" i="0">
                        <a:effectLst/>
                      </a:endParaRPr>
                    </a:p>
                  </a:txBody>
                  <a:tcPr marL="183356" marR="183356" marT="125730" marB="12573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50"/>
                        </a:lnSpc>
                        <a:buNone/>
                      </a:pPr>
                      <a:r>
                        <a:rPr lang="en-US" sz="3300" b="0" i="0">
                          <a:effectLst/>
                          <a:latin typeface="Aptos" panose="020B0004020202020204" pitchFamily="34" charset="0"/>
                        </a:rPr>
                        <a:t>A</a:t>
                      </a:r>
                      <a:r>
                        <a:rPr lang="en-US" sz="2600" b="0" i="0" baseline="-25000">
                          <a:effectLst/>
                          <a:latin typeface="Aptos" panose="020B0004020202020204" pitchFamily="34" charset="0"/>
                        </a:rPr>
                        <a:t>2</a:t>
                      </a:r>
                      <a:r>
                        <a:rPr lang="en-US" sz="2600" b="0" i="0">
                          <a:effectLst/>
                          <a:latin typeface="Aptos" panose="020B0004020202020204" pitchFamily="34" charset="0"/>
                        </a:rPr>
                        <a:t> </a:t>
                      </a:r>
                      <a:endParaRPr lang="en-US" sz="5000" b="0" i="0">
                        <a:effectLst/>
                      </a:endParaRPr>
                    </a:p>
                  </a:txBody>
                  <a:tcPr marL="183356" marR="183356" marT="125730" marB="12573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50"/>
                        </a:lnSpc>
                        <a:buNone/>
                      </a:pPr>
                      <a:r>
                        <a:rPr lang="en-US" sz="3300" b="0" i="0">
                          <a:effectLst/>
                          <a:latin typeface="Aptos" panose="020B0004020202020204" pitchFamily="34" charset="0"/>
                        </a:rPr>
                        <a:t>A</a:t>
                      </a:r>
                      <a:r>
                        <a:rPr lang="en-US" sz="2600" b="0" i="0" baseline="-25000">
                          <a:effectLst/>
                          <a:latin typeface="Aptos" panose="020B0004020202020204" pitchFamily="34" charset="0"/>
                        </a:rPr>
                        <a:t>3</a:t>
                      </a:r>
                      <a:r>
                        <a:rPr lang="en-US" sz="2600" b="0" i="0">
                          <a:effectLst/>
                          <a:latin typeface="Aptos" panose="020B0004020202020204" pitchFamily="34" charset="0"/>
                        </a:rPr>
                        <a:t> </a:t>
                      </a:r>
                      <a:endParaRPr lang="en-US" sz="5000" b="0" i="0">
                        <a:effectLst/>
                      </a:endParaRPr>
                    </a:p>
                  </a:txBody>
                  <a:tcPr marL="183356" marR="183356" marT="125730" marB="12573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7425979"/>
                  </a:ext>
                </a:extLst>
              </a:tr>
              <a:tr h="840994">
                <a:tc>
                  <a:txBody>
                    <a:bodyPr/>
                    <a:lstStyle/>
                    <a:p>
                      <a:pPr algn="l" rtl="0" fontAlgn="base">
                        <a:lnSpc>
                          <a:spcPts val="1350"/>
                        </a:lnSpc>
                        <a:buNone/>
                      </a:pPr>
                      <a:r>
                        <a:rPr lang="en-US" sz="3300" b="0" i="0">
                          <a:effectLst/>
                          <a:latin typeface="Aptos" panose="020B0004020202020204" pitchFamily="34" charset="0"/>
                        </a:rPr>
                        <a:t>O</a:t>
                      </a:r>
                      <a:r>
                        <a:rPr lang="en-US" sz="2600" b="0" i="0" baseline="-25000">
                          <a:effectLst/>
                          <a:latin typeface="Aptos" panose="020B0004020202020204" pitchFamily="34" charset="0"/>
                        </a:rPr>
                        <a:t>1</a:t>
                      </a:r>
                      <a:r>
                        <a:rPr lang="en-US" sz="2600" b="0" i="0">
                          <a:effectLst/>
                          <a:latin typeface="Aptos" panose="020B0004020202020204" pitchFamily="34" charset="0"/>
                        </a:rPr>
                        <a:t> </a:t>
                      </a:r>
                      <a:endParaRPr lang="en-US" sz="5000" b="0" i="0">
                        <a:effectLst/>
                      </a:endParaRPr>
                    </a:p>
                  </a:txBody>
                  <a:tcPr marL="183356" marR="183356" marT="125730" marB="12573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50"/>
                        </a:lnSpc>
                        <a:buNone/>
                      </a:pPr>
                      <a:r>
                        <a:rPr lang="en-US" sz="3300" b="0" i="0">
                          <a:effectLst/>
                          <a:latin typeface="Aptos" panose="020B0004020202020204" pitchFamily="34" charset="0"/>
                        </a:rPr>
                        <a:t>V</a:t>
                      </a:r>
                      <a:r>
                        <a:rPr lang="en-US" sz="2600" b="0" i="0" baseline="-25000">
                          <a:effectLst/>
                          <a:latin typeface="Aptos" panose="020B0004020202020204" pitchFamily="34" charset="0"/>
                        </a:rPr>
                        <a:t>1</a:t>
                      </a:r>
                      <a:r>
                        <a:rPr lang="en-US" sz="2600" b="0" i="0">
                          <a:effectLst/>
                          <a:latin typeface="Aptos" panose="020B0004020202020204" pitchFamily="34" charset="0"/>
                        </a:rPr>
                        <a:t> </a:t>
                      </a:r>
                      <a:endParaRPr lang="en-US" sz="5000" b="0" i="0">
                        <a:effectLst/>
                      </a:endParaRPr>
                    </a:p>
                  </a:txBody>
                  <a:tcPr marL="183356" marR="183356" marT="125730" marB="12573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50"/>
                        </a:lnSpc>
                        <a:buNone/>
                      </a:pPr>
                      <a:r>
                        <a:rPr lang="en-US" sz="3300" b="0" i="0">
                          <a:effectLst/>
                          <a:latin typeface="Aptos" panose="020B0004020202020204" pitchFamily="34" charset="0"/>
                        </a:rPr>
                        <a:t>V</a:t>
                      </a:r>
                      <a:r>
                        <a:rPr lang="en-US" sz="2600" b="0" i="0" baseline="-25000">
                          <a:effectLst/>
                          <a:latin typeface="Aptos" panose="020B0004020202020204" pitchFamily="34" charset="0"/>
                        </a:rPr>
                        <a:t>2</a:t>
                      </a:r>
                      <a:r>
                        <a:rPr lang="en-US" sz="2600" b="0" i="0">
                          <a:effectLst/>
                          <a:latin typeface="Aptos" panose="020B0004020202020204" pitchFamily="34" charset="0"/>
                        </a:rPr>
                        <a:t> </a:t>
                      </a:r>
                      <a:endParaRPr lang="en-US" sz="5000" b="0" i="0">
                        <a:effectLst/>
                      </a:endParaRPr>
                    </a:p>
                  </a:txBody>
                  <a:tcPr marL="183356" marR="183356" marT="125730" marB="12573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50"/>
                        </a:lnSpc>
                        <a:buNone/>
                      </a:pPr>
                      <a:r>
                        <a:rPr lang="en-US" sz="3300" b="0" i="0">
                          <a:effectLst/>
                          <a:latin typeface="Aptos" panose="020B0004020202020204" pitchFamily="34" charset="0"/>
                        </a:rPr>
                        <a:t>V</a:t>
                      </a:r>
                      <a:r>
                        <a:rPr lang="en-US" sz="2600" b="0" i="0" baseline="-25000">
                          <a:effectLst/>
                          <a:latin typeface="Aptos" panose="020B0004020202020204" pitchFamily="34" charset="0"/>
                        </a:rPr>
                        <a:t>3</a:t>
                      </a:r>
                      <a:r>
                        <a:rPr lang="en-US" sz="2600" b="0" i="0">
                          <a:effectLst/>
                          <a:latin typeface="Aptos" panose="020B0004020202020204" pitchFamily="34" charset="0"/>
                        </a:rPr>
                        <a:t> </a:t>
                      </a:r>
                      <a:endParaRPr lang="en-US" sz="5000" b="0" i="0">
                        <a:effectLst/>
                      </a:endParaRPr>
                    </a:p>
                  </a:txBody>
                  <a:tcPr marL="183356" marR="183356" marT="125730" marB="12573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9550841"/>
                  </a:ext>
                </a:extLst>
              </a:tr>
              <a:tr h="840994">
                <a:tc>
                  <a:txBody>
                    <a:bodyPr/>
                    <a:lstStyle/>
                    <a:p>
                      <a:pPr algn="l" rtl="0" fontAlgn="base">
                        <a:lnSpc>
                          <a:spcPts val="1350"/>
                        </a:lnSpc>
                        <a:buNone/>
                      </a:pPr>
                      <a:r>
                        <a:rPr lang="en-US" sz="3300" b="0" i="0">
                          <a:effectLst/>
                          <a:latin typeface="Aptos" panose="020B0004020202020204" pitchFamily="34" charset="0"/>
                        </a:rPr>
                        <a:t>O</a:t>
                      </a:r>
                      <a:r>
                        <a:rPr lang="en-US" sz="2600" b="0" i="0" baseline="-25000">
                          <a:effectLst/>
                          <a:latin typeface="Aptos" panose="020B0004020202020204" pitchFamily="34" charset="0"/>
                        </a:rPr>
                        <a:t>2</a:t>
                      </a:r>
                      <a:r>
                        <a:rPr lang="en-US" sz="2600" b="0" i="0">
                          <a:effectLst/>
                          <a:latin typeface="Aptos" panose="020B0004020202020204" pitchFamily="34" charset="0"/>
                        </a:rPr>
                        <a:t> </a:t>
                      </a:r>
                      <a:endParaRPr lang="en-US" sz="5000" b="0" i="0">
                        <a:effectLst/>
                      </a:endParaRPr>
                    </a:p>
                  </a:txBody>
                  <a:tcPr marL="183356" marR="183356" marT="125730" marB="12573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50"/>
                        </a:lnSpc>
                        <a:buNone/>
                      </a:pPr>
                      <a:r>
                        <a:rPr lang="en-US" sz="3300" b="0" i="0">
                          <a:effectLst/>
                          <a:latin typeface="Aptos" panose="020B0004020202020204" pitchFamily="34" charset="0"/>
                        </a:rPr>
                        <a:t>V</a:t>
                      </a:r>
                      <a:r>
                        <a:rPr lang="en-US" sz="2600" b="0" i="0" baseline="-25000">
                          <a:effectLst/>
                          <a:latin typeface="Aptos" panose="020B0004020202020204" pitchFamily="34" charset="0"/>
                        </a:rPr>
                        <a:t>4</a:t>
                      </a:r>
                      <a:r>
                        <a:rPr lang="en-US" sz="2600" b="0" i="0">
                          <a:effectLst/>
                          <a:latin typeface="Aptos" panose="020B0004020202020204" pitchFamily="34" charset="0"/>
                        </a:rPr>
                        <a:t> </a:t>
                      </a:r>
                      <a:endParaRPr lang="en-US" sz="5000" b="0" i="0">
                        <a:effectLst/>
                      </a:endParaRPr>
                    </a:p>
                  </a:txBody>
                  <a:tcPr marL="183356" marR="183356" marT="125730" marB="12573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50"/>
                        </a:lnSpc>
                        <a:buNone/>
                      </a:pPr>
                      <a:r>
                        <a:rPr lang="en-US" sz="3300" b="0" i="0">
                          <a:effectLst/>
                          <a:latin typeface="Aptos" panose="020B0004020202020204" pitchFamily="34" charset="0"/>
                        </a:rPr>
                        <a:t>V</a:t>
                      </a:r>
                      <a:r>
                        <a:rPr lang="en-US" sz="2600" b="0" i="0" baseline="-25000">
                          <a:effectLst/>
                          <a:latin typeface="Aptos" panose="020B0004020202020204" pitchFamily="34" charset="0"/>
                        </a:rPr>
                        <a:t>5</a:t>
                      </a:r>
                      <a:r>
                        <a:rPr lang="en-US" sz="2600" b="0" i="0">
                          <a:effectLst/>
                          <a:latin typeface="Aptos" panose="020B0004020202020204" pitchFamily="34" charset="0"/>
                        </a:rPr>
                        <a:t> </a:t>
                      </a:r>
                      <a:endParaRPr lang="en-US" sz="5000" b="0" i="0">
                        <a:effectLst/>
                      </a:endParaRPr>
                    </a:p>
                  </a:txBody>
                  <a:tcPr marL="183356" marR="183356" marT="125730" marB="12573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50"/>
                        </a:lnSpc>
                        <a:buNone/>
                      </a:pPr>
                      <a:r>
                        <a:rPr lang="en-US" sz="3300" b="0" i="0">
                          <a:effectLst/>
                          <a:latin typeface="Aptos" panose="020B0004020202020204" pitchFamily="34" charset="0"/>
                        </a:rPr>
                        <a:t>V</a:t>
                      </a:r>
                      <a:r>
                        <a:rPr lang="en-US" sz="2600" b="0" i="0" baseline="-25000">
                          <a:effectLst/>
                          <a:latin typeface="Aptos" panose="020B0004020202020204" pitchFamily="34" charset="0"/>
                        </a:rPr>
                        <a:t>6</a:t>
                      </a:r>
                      <a:r>
                        <a:rPr lang="en-US" sz="2600" b="0" i="0">
                          <a:effectLst/>
                          <a:latin typeface="Aptos" panose="020B0004020202020204" pitchFamily="34" charset="0"/>
                        </a:rPr>
                        <a:t> </a:t>
                      </a:r>
                      <a:endParaRPr lang="en-US" sz="5000" b="0" i="0">
                        <a:effectLst/>
                      </a:endParaRPr>
                    </a:p>
                  </a:txBody>
                  <a:tcPr marL="183356" marR="183356" marT="125730" marB="12573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7416210"/>
                  </a:ext>
                </a:extLst>
              </a:tr>
              <a:tr h="840994">
                <a:tc>
                  <a:txBody>
                    <a:bodyPr/>
                    <a:lstStyle/>
                    <a:p>
                      <a:pPr algn="l" rtl="0" fontAlgn="base">
                        <a:lnSpc>
                          <a:spcPts val="1350"/>
                        </a:lnSpc>
                        <a:buNone/>
                      </a:pPr>
                      <a:r>
                        <a:rPr lang="en-US" sz="3300" b="0" i="0">
                          <a:effectLst/>
                          <a:latin typeface="Aptos" panose="020B0004020202020204" pitchFamily="34" charset="0"/>
                        </a:rPr>
                        <a:t>O</a:t>
                      </a:r>
                      <a:r>
                        <a:rPr lang="en-US" sz="2600" b="0" i="0" baseline="-25000">
                          <a:effectLst/>
                          <a:latin typeface="Aptos" panose="020B0004020202020204" pitchFamily="34" charset="0"/>
                        </a:rPr>
                        <a:t>3</a:t>
                      </a:r>
                      <a:r>
                        <a:rPr lang="en-US" sz="2600" b="0" i="0">
                          <a:effectLst/>
                          <a:latin typeface="Aptos" panose="020B0004020202020204" pitchFamily="34" charset="0"/>
                        </a:rPr>
                        <a:t> </a:t>
                      </a:r>
                      <a:endParaRPr lang="en-US" sz="5000" b="0" i="0">
                        <a:effectLst/>
                      </a:endParaRPr>
                    </a:p>
                  </a:txBody>
                  <a:tcPr marL="183356" marR="183356" marT="125730" marB="12573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50"/>
                        </a:lnSpc>
                        <a:buNone/>
                      </a:pPr>
                      <a:r>
                        <a:rPr lang="en-US" sz="3300" b="0" i="0">
                          <a:effectLst/>
                          <a:latin typeface="Aptos" panose="020B0004020202020204" pitchFamily="34" charset="0"/>
                        </a:rPr>
                        <a:t>V</a:t>
                      </a:r>
                      <a:r>
                        <a:rPr lang="en-US" sz="2600" b="0" i="0" baseline="-25000">
                          <a:effectLst/>
                          <a:latin typeface="Aptos" panose="020B0004020202020204" pitchFamily="34" charset="0"/>
                        </a:rPr>
                        <a:t>7</a:t>
                      </a:r>
                      <a:r>
                        <a:rPr lang="en-US" sz="2600" b="0" i="0">
                          <a:effectLst/>
                          <a:latin typeface="Aptos" panose="020B0004020202020204" pitchFamily="34" charset="0"/>
                        </a:rPr>
                        <a:t> </a:t>
                      </a:r>
                      <a:endParaRPr lang="en-US" sz="5000" b="0" i="0">
                        <a:effectLst/>
                      </a:endParaRPr>
                    </a:p>
                  </a:txBody>
                  <a:tcPr marL="183356" marR="183356" marT="125730" marB="12573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50"/>
                        </a:lnSpc>
                        <a:buNone/>
                      </a:pPr>
                      <a:r>
                        <a:rPr lang="en-US" sz="3300" b="0" i="0">
                          <a:effectLst/>
                          <a:latin typeface="Aptos" panose="020B0004020202020204" pitchFamily="34" charset="0"/>
                        </a:rPr>
                        <a:t>V</a:t>
                      </a:r>
                      <a:r>
                        <a:rPr lang="en-US" sz="2600" b="0" i="0" baseline="-25000">
                          <a:effectLst/>
                          <a:latin typeface="Aptos" panose="020B0004020202020204" pitchFamily="34" charset="0"/>
                        </a:rPr>
                        <a:t>8</a:t>
                      </a:r>
                      <a:r>
                        <a:rPr lang="en-US" sz="2600" b="0" i="0">
                          <a:effectLst/>
                          <a:latin typeface="Aptos" panose="020B0004020202020204" pitchFamily="34" charset="0"/>
                        </a:rPr>
                        <a:t> </a:t>
                      </a:r>
                      <a:endParaRPr lang="en-US" sz="5000" b="0" i="0">
                        <a:effectLst/>
                      </a:endParaRPr>
                    </a:p>
                  </a:txBody>
                  <a:tcPr marL="183356" marR="183356" marT="125730" marB="12573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50"/>
                        </a:lnSpc>
                        <a:buNone/>
                      </a:pPr>
                      <a:r>
                        <a:rPr lang="en-US" sz="3300" b="0" i="0">
                          <a:effectLst/>
                          <a:latin typeface="Aptos" panose="020B0004020202020204" pitchFamily="34" charset="0"/>
                        </a:rPr>
                        <a:t>V</a:t>
                      </a:r>
                      <a:r>
                        <a:rPr lang="en-US" sz="2600" b="0" i="0" baseline="-25000">
                          <a:effectLst/>
                          <a:latin typeface="Aptos" panose="020B0004020202020204" pitchFamily="34" charset="0"/>
                        </a:rPr>
                        <a:t>9</a:t>
                      </a:r>
                      <a:r>
                        <a:rPr lang="en-US" sz="2600" b="0" i="0">
                          <a:effectLst/>
                          <a:latin typeface="Aptos" panose="020B0004020202020204" pitchFamily="34" charset="0"/>
                        </a:rPr>
                        <a:t> </a:t>
                      </a:r>
                      <a:endParaRPr lang="en-US" sz="5000" b="0" i="0">
                        <a:effectLst/>
                      </a:endParaRPr>
                    </a:p>
                  </a:txBody>
                  <a:tcPr marL="183356" marR="183356" marT="125730" marB="12573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9277219"/>
                  </a:ext>
                </a:extLst>
              </a:tr>
            </a:tbl>
          </a:graphicData>
        </a:graphic>
      </p:graphicFrame>
    </p:spTree>
    <p:extLst>
      <p:ext uri="{BB962C8B-B14F-4D97-AF65-F5344CB8AC3E}">
        <p14:creationId xmlns:p14="http://schemas.microsoft.com/office/powerpoint/2010/main" val="3274184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CB087B-CB5E-35C5-3AD8-D1A6E1AF8260}"/>
              </a:ext>
            </a:extLst>
          </p:cNvPr>
          <p:cNvSpPr>
            <a:spLocks noGrp="1"/>
          </p:cNvSpPr>
          <p:nvPr>
            <p:ph type="title"/>
          </p:nvPr>
        </p:nvSpPr>
        <p:spPr>
          <a:xfrm>
            <a:off x="841248" y="841248"/>
            <a:ext cx="10479024" cy="557784"/>
          </a:xfrm>
        </p:spPr>
        <p:txBody>
          <a:bodyPr/>
          <a:lstStyle/>
          <a:p>
            <a:r>
              <a:rPr lang="en-US"/>
              <a:t>Motivation/real world</a:t>
            </a:r>
            <a:br>
              <a:rPr lang="en-US"/>
            </a:br>
            <a:endParaRPr lang="en-US"/>
          </a:p>
        </p:txBody>
      </p:sp>
      <p:sp>
        <p:nvSpPr>
          <p:cNvPr id="4" name="Text Placeholder 3">
            <a:extLst>
              <a:ext uri="{FF2B5EF4-FFF2-40B4-BE49-F238E27FC236}">
                <a16:creationId xmlns:a16="http://schemas.microsoft.com/office/drawing/2014/main" id="{DA26DA25-1172-208C-2C26-5E3AF67E11D5}"/>
              </a:ext>
            </a:extLst>
          </p:cNvPr>
          <p:cNvSpPr>
            <a:spLocks noGrp="1"/>
          </p:cNvSpPr>
          <p:nvPr>
            <p:ph type="body" sz="quarter" idx="10"/>
          </p:nvPr>
        </p:nvSpPr>
        <p:spPr>
          <a:xfrm>
            <a:off x="841247" y="1536192"/>
            <a:ext cx="10479024" cy="2679192"/>
          </a:xfrm>
        </p:spPr>
        <p:txBody>
          <a:bodyPr vert="horz" lIns="0" tIns="0" rIns="0" bIns="0" rtlCol="0" anchor="t">
            <a:noAutofit/>
          </a:bodyPr>
          <a:lstStyle/>
          <a:p>
            <a:r>
              <a:rPr lang="en-US"/>
              <a:t>Real-World Applications</a:t>
            </a:r>
          </a:p>
          <a:p>
            <a:r>
              <a:rPr lang="en-US"/>
              <a:t>Of K-Anonymity</a:t>
            </a:r>
          </a:p>
          <a:p>
            <a:endParaRPr lang="en-US"/>
          </a:p>
        </p:txBody>
      </p:sp>
      <p:pic>
        <p:nvPicPr>
          <p:cNvPr id="8" name="Picture Placeholder 7" descr="Chairs and umbrellas next to a pool">
            <a:extLst>
              <a:ext uri="{FF2B5EF4-FFF2-40B4-BE49-F238E27FC236}">
                <a16:creationId xmlns:a16="http://schemas.microsoft.com/office/drawing/2014/main" id="{A5263C2E-2D90-6117-E5AF-011208E7AF59}"/>
              </a:ext>
            </a:extLst>
          </p:cNvPr>
          <p:cNvPicPr>
            <a:picLocks noGrp="1" noChangeAspect="1"/>
          </p:cNvPicPr>
          <p:nvPr>
            <p:ph type="pic" sz="quarter" idx="11"/>
          </p:nvPr>
        </p:nvPicPr>
        <p:blipFill>
          <a:blip r:embed="rId2"/>
          <a:srcRect l="9" r="9"/>
          <a:stretch/>
        </p:blipFill>
        <p:spPr>
          <a:xfrm>
            <a:off x="0" y="4462272"/>
            <a:ext cx="12188952" cy="2395728"/>
          </a:xfrm>
        </p:spPr>
      </p:pic>
    </p:spTree>
    <p:extLst>
      <p:ext uri="{BB962C8B-B14F-4D97-AF65-F5344CB8AC3E}">
        <p14:creationId xmlns:p14="http://schemas.microsoft.com/office/powerpoint/2010/main" val="1709180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5D71A-28AB-36CC-48AE-7C77386868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62B44-BC64-E0F3-2277-538026AFD250}"/>
              </a:ext>
            </a:extLst>
          </p:cNvPr>
          <p:cNvSpPr>
            <a:spLocks noGrp="1"/>
          </p:cNvSpPr>
          <p:nvPr>
            <p:ph type="title"/>
          </p:nvPr>
        </p:nvSpPr>
        <p:spPr>
          <a:xfrm>
            <a:off x="841248" y="841248"/>
            <a:ext cx="10479024" cy="557784"/>
          </a:xfrm>
        </p:spPr>
        <p:txBody>
          <a:bodyPr anchor="t">
            <a:normAutofit/>
          </a:bodyPr>
          <a:lstStyle/>
          <a:p>
            <a:r>
              <a:rPr lang="en-US"/>
              <a:t>K-Anonymity: Motivation &amp; </a:t>
            </a:r>
            <a:r>
              <a:rPr lang="en-US">
                <a:ea typeface="+mj-lt"/>
                <a:cs typeface="+mj-lt"/>
              </a:rPr>
              <a:t>Real-World Case </a:t>
            </a:r>
            <a:br>
              <a:rPr lang="en-US"/>
            </a:br>
            <a:endParaRPr lang="en-US"/>
          </a:p>
        </p:txBody>
      </p:sp>
      <p:sp>
        <p:nvSpPr>
          <p:cNvPr id="5" name="Content Placeholder 4">
            <a:extLst>
              <a:ext uri="{FF2B5EF4-FFF2-40B4-BE49-F238E27FC236}">
                <a16:creationId xmlns:a16="http://schemas.microsoft.com/office/drawing/2014/main" id="{6CE167A5-19CC-15AA-E3F1-14890DD34EB5}"/>
              </a:ext>
            </a:extLst>
          </p:cNvPr>
          <p:cNvSpPr>
            <a:spLocks noGrp="1"/>
          </p:cNvSpPr>
          <p:nvPr>
            <p:ph sz="quarter" idx="13"/>
          </p:nvPr>
        </p:nvSpPr>
        <p:spPr>
          <a:xfrm>
            <a:off x="333248" y="1487981"/>
            <a:ext cx="5431379" cy="4479925"/>
          </a:xfrm>
        </p:spPr>
        <p:txBody>
          <a:bodyPr vert="horz" lIns="0" tIns="0" rIns="0" bIns="0" rtlCol="0" anchor="t">
            <a:normAutofit/>
          </a:bodyPr>
          <a:lstStyle/>
          <a:p>
            <a:pPr marL="347345" indent="-347345"/>
            <a:r>
              <a:rPr lang="en-US">
                <a:ea typeface="+mn-lt"/>
                <a:cs typeface="+mn-lt"/>
              </a:rPr>
              <a:t>Prevents identity exposure from quasi-identifiers</a:t>
            </a:r>
            <a:endParaRPr lang="en-US"/>
          </a:p>
          <a:p>
            <a:pPr marL="347345" indent="-347345"/>
            <a:endParaRPr lang="en-US">
              <a:ea typeface="+mn-lt"/>
              <a:cs typeface="+mn-lt"/>
            </a:endParaRPr>
          </a:p>
          <a:p>
            <a:pPr marL="347345" indent="-347345"/>
            <a:r>
              <a:rPr lang="en-US">
                <a:ea typeface="+mn-lt"/>
                <a:cs typeface="+mn-lt"/>
              </a:rPr>
              <a:t>Required by laws like HIPAA  and  GDPR</a:t>
            </a:r>
            <a:endParaRPr lang="en-US"/>
          </a:p>
          <a:p>
            <a:pPr marL="347345" indent="-347345"/>
            <a:endParaRPr lang="en-US">
              <a:ea typeface="+mn-lt"/>
              <a:cs typeface="+mn-lt"/>
            </a:endParaRPr>
          </a:p>
          <a:p>
            <a:pPr marL="347345" indent="-347345"/>
            <a:r>
              <a:rPr lang="en-US">
                <a:ea typeface="+mn-lt"/>
                <a:cs typeface="+mn-lt"/>
              </a:rPr>
              <a:t>Balances privacy and data usability</a:t>
            </a:r>
          </a:p>
          <a:p>
            <a:pPr marL="347345" indent="-347345"/>
            <a:endParaRPr lang="en-US"/>
          </a:p>
          <a:p>
            <a:pPr marL="347345" indent="-347345"/>
            <a:endParaRPr lang="en-US"/>
          </a:p>
        </p:txBody>
      </p:sp>
      <p:sp>
        <p:nvSpPr>
          <p:cNvPr id="4" name="Slide Number Placeholder 3">
            <a:extLst>
              <a:ext uri="{FF2B5EF4-FFF2-40B4-BE49-F238E27FC236}">
                <a16:creationId xmlns:a16="http://schemas.microsoft.com/office/drawing/2014/main" id="{06382923-20B1-41F7-525E-29FA931BD42E}"/>
              </a:ext>
            </a:extLst>
          </p:cNvPr>
          <p:cNvSpPr>
            <a:spLocks noGrp="1"/>
          </p:cNvSpPr>
          <p:nvPr>
            <p:ph type="sldNum" sz="quarter" idx="11"/>
          </p:nvPr>
        </p:nvSpPr>
        <p:spPr>
          <a:xfrm>
            <a:off x="10917936" y="6385422"/>
            <a:ext cx="843264" cy="288000"/>
          </a:xfrm>
        </p:spPr>
        <p:txBody>
          <a:bodyPr anchor="ctr">
            <a:normAutofit/>
          </a:bodyPr>
          <a:lstStyle/>
          <a:p>
            <a:pPr>
              <a:spcAft>
                <a:spcPts val="600"/>
              </a:spcAft>
            </a:pPr>
            <a:fld id="{B67B645E-C5E5-4727-B977-D372A0AA71D9}" type="slidenum">
              <a:rPr lang="en-US" smtClean="0"/>
              <a:pPr>
                <a:spcAft>
                  <a:spcPts val="600"/>
                </a:spcAft>
              </a:pPr>
              <a:t>8</a:t>
            </a:fld>
            <a:endParaRPr lang="en-US"/>
          </a:p>
        </p:txBody>
      </p:sp>
      <p:sp>
        <p:nvSpPr>
          <p:cNvPr id="3" name="TextBox 2">
            <a:extLst>
              <a:ext uri="{FF2B5EF4-FFF2-40B4-BE49-F238E27FC236}">
                <a16:creationId xmlns:a16="http://schemas.microsoft.com/office/drawing/2014/main" id="{FEF12748-7D0F-BDCA-2186-C6ECCD862045}"/>
              </a:ext>
            </a:extLst>
          </p:cNvPr>
          <p:cNvSpPr txBox="1"/>
          <p:nvPr/>
        </p:nvSpPr>
        <p:spPr>
          <a:xfrm>
            <a:off x="5238750" y="1402697"/>
            <a:ext cx="6513633" cy="49859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Aptos"/>
              </a:rPr>
              <a:t>To achieve K-anonymity, data holders must be able to identify ‘quasi-identifiers’ or attributes in the table which may be used in conjunction to form a unique identifier for an entry, for example the set of {birth date, zip code, and gender}, and sufficiently generalize or remove (sanitize) attributes as needed such that for there exists K of such identifiers in the dataset. For example, let's take a subset of our dataset, which looks as follows:</a:t>
            </a:r>
            <a:endParaRPr lang="en-US"/>
          </a:p>
          <a:p>
            <a:r>
              <a:rPr lang="en-US" sz="1200">
                <a:latin typeface="Aptos Light"/>
              </a:rPr>
              <a:t>...</a:t>
            </a:r>
            <a:br>
              <a:rPr lang="en-US" sz="1200">
                <a:latin typeface="Aptos Light"/>
              </a:rPr>
            </a:br>
            <a:r>
              <a:rPr lang="en-US" sz="1200">
                <a:latin typeface="Aptos Light"/>
              </a:rPr>
              <a:t>{02-28, 44236, M, …}</a:t>
            </a:r>
            <a:br>
              <a:rPr lang="en-US" sz="1200">
                <a:latin typeface="Aptos Light"/>
              </a:rPr>
            </a:br>
            <a:r>
              <a:rPr lang="en-US" sz="1200">
                <a:latin typeface="Aptos Light"/>
              </a:rPr>
              <a:t>{02-15, 44044, M, …}</a:t>
            </a:r>
            <a:br>
              <a:rPr lang="en-US" sz="1200">
                <a:latin typeface="Aptos Light"/>
              </a:rPr>
            </a:br>
            <a:r>
              <a:rPr lang="en-US" sz="1200">
                <a:latin typeface="Aptos Light"/>
              </a:rPr>
              <a:t>{02-01, 44090, M, …}</a:t>
            </a:r>
            <a:br>
              <a:rPr lang="en-US" sz="1200">
                <a:latin typeface="Aptos Light"/>
              </a:rPr>
            </a:br>
            <a:r>
              <a:rPr lang="en-US" sz="1200">
                <a:latin typeface="Aptos Light"/>
              </a:rPr>
              <a:t>…</a:t>
            </a:r>
            <a:endParaRPr lang="en-US"/>
          </a:p>
          <a:p>
            <a:r>
              <a:rPr lang="en-US" sz="1200">
                <a:latin typeface="Aptos Light"/>
              </a:rPr>
              <a:t>Suppose all data following our quasi-identifiers are sensitive data which we must protect. If our attacker has access to the following dataset, for example from voter records in the area.</a:t>
            </a:r>
            <a:br>
              <a:rPr lang="en-US" sz="1200">
                <a:latin typeface="Aptos Light"/>
              </a:rPr>
            </a:br>
            <a:r>
              <a:rPr lang="en-US" sz="1200">
                <a:latin typeface="Aptos Light"/>
              </a:rPr>
              <a:t>…</a:t>
            </a:r>
            <a:br>
              <a:rPr lang="en-US" sz="1200">
                <a:latin typeface="Aptos Light"/>
              </a:rPr>
            </a:br>
            <a:r>
              <a:rPr lang="en-US" sz="1200">
                <a:latin typeface="Aptos Light"/>
              </a:rPr>
              <a:t>{Bob, 02-28, 44256, M}</a:t>
            </a:r>
            <a:br>
              <a:rPr lang="en-US" sz="1200">
                <a:latin typeface="Aptos Light"/>
              </a:rPr>
            </a:br>
            <a:r>
              <a:rPr lang="en-US" sz="1200">
                <a:latin typeface="Aptos Light"/>
              </a:rPr>
              <a:t>{Evan, 02-15, 44044, M}</a:t>
            </a:r>
            <a:br>
              <a:rPr lang="en-US" sz="1200">
                <a:latin typeface="Aptos Light"/>
              </a:rPr>
            </a:br>
            <a:r>
              <a:rPr lang="en-US" sz="1200">
                <a:latin typeface="Aptos Light"/>
              </a:rPr>
              <a:t>{Steve, 02-01, 44090, M}</a:t>
            </a:r>
            <a:br>
              <a:rPr lang="en-US" sz="1200">
                <a:latin typeface="Aptos Light"/>
              </a:rPr>
            </a:br>
            <a:r>
              <a:rPr lang="en-US" sz="1200">
                <a:latin typeface="Aptos Light"/>
              </a:rPr>
              <a:t>…</a:t>
            </a:r>
          </a:p>
          <a:p>
            <a:r>
              <a:rPr lang="en-US" sz="1200">
                <a:latin typeface="Aptos Light"/>
              </a:rPr>
              <a:t>In the current form, we can directly associate Bob, Evan, and Steve with their respective attributes in our database. However, if we use ‘generalization’ where we make our data coarser (removing information), our same subset will look like:</a:t>
            </a:r>
            <a:br>
              <a:rPr lang="en-US" sz="1200">
                <a:latin typeface="Aptos Light"/>
              </a:rPr>
            </a:br>
            <a:r>
              <a:rPr lang="en-US" sz="1200">
                <a:latin typeface="Aptos Light"/>
              </a:rPr>
              <a:t>…</a:t>
            </a:r>
            <a:br>
              <a:rPr lang="en-US" sz="1200">
                <a:latin typeface="Aptos Light"/>
              </a:rPr>
            </a:br>
            <a:r>
              <a:rPr lang="en-US" sz="1200">
                <a:latin typeface="Aptos Light"/>
              </a:rPr>
              <a:t>{02-**, 44***, M, …}</a:t>
            </a:r>
            <a:br>
              <a:rPr lang="en-US" sz="1200">
                <a:latin typeface="Aptos Light"/>
              </a:rPr>
            </a:br>
            <a:r>
              <a:rPr lang="en-US" sz="1200">
                <a:latin typeface="Aptos Light"/>
              </a:rPr>
              <a:t>{02-**, 44***, M, …}</a:t>
            </a:r>
            <a:br>
              <a:rPr lang="en-US" sz="1200">
                <a:latin typeface="Aptos Light"/>
              </a:rPr>
            </a:br>
            <a:r>
              <a:rPr lang="en-US" sz="1200">
                <a:latin typeface="Aptos Light"/>
              </a:rPr>
              <a:t>{02-**, 44***, M, …}</a:t>
            </a:r>
            <a:br>
              <a:rPr lang="en-US" sz="1200">
                <a:latin typeface="Aptos Light"/>
              </a:rPr>
            </a:br>
            <a:r>
              <a:rPr lang="en-US" sz="1200">
                <a:latin typeface="Aptos Light"/>
              </a:rPr>
              <a:t>…</a:t>
            </a:r>
          </a:p>
          <a:p>
            <a:pPr algn="l"/>
            <a:endParaRPr lang="en-US"/>
          </a:p>
        </p:txBody>
      </p:sp>
    </p:spTree>
    <p:extLst>
      <p:ext uri="{BB962C8B-B14F-4D97-AF65-F5344CB8AC3E}">
        <p14:creationId xmlns:p14="http://schemas.microsoft.com/office/powerpoint/2010/main" val="2946318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67030-0E58-FE00-A57B-2AB73A6F2B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A360A4-62C5-198C-36B3-82773C07FD66}"/>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E4314F1-8202-2931-34C2-C2DCE41F5ECE}"/>
              </a:ext>
            </a:extLst>
          </p:cNvPr>
          <p:cNvSpPr>
            <a:spLocks noGrp="1"/>
          </p:cNvSpPr>
          <p:nvPr>
            <p:ph type="body" sz="quarter" idx="10"/>
          </p:nvPr>
        </p:nvSpPr>
        <p:spPr/>
        <p:txBody>
          <a:bodyPr vert="horz" lIns="0" tIns="0" rIns="0" bIns="0" rtlCol="0" anchor="t">
            <a:noAutofit/>
          </a:bodyPr>
          <a:lstStyle/>
          <a:p>
            <a:r>
              <a:rPr lang="en-US"/>
              <a:t>Pseudo Code Explanation</a:t>
            </a:r>
          </a:p>
        </p:txBody>
      </p:sp>
      <p:sp>
        <p:nvSpPr>
          <p:cNvPr id="4" name="Picture Placeholder 3">
            <a:extLst>
              <a:ext uri="{FF2B5EF4-FFF2-40B4-BE49-F238E27FC236}">
                <a16:creationId xmlns:a16="http://schemas.microsoft.com/office/drawing/2014/main" id="{E16E2C00-4F90-3B10-BAB9-8803F8416CB5}"/>
              </a:ext>
            </a:extLst>
          </p:cNvPr>
          <p:cNvSpPr>
            <a:spLocks noGrp="1"/>
          </p:cNvSpPr>
          <p:nvPr>
            <p:ph type="pic" sz="quarter" idx="11"/>
          </p:nvPr>
        </p:nvSpPr>
        <p:spPr/>
      </p:sp>
    </p:spTree>
    <p:extLst>
      <p:ext uri="{BB962C8B-B14F-4D97-AF65-F5344CB8AC3E}">
        <p14:creationId xmlns:p14="http://schemas.microsoft.com/office/powerpoint/2010/main" val="1062015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69026-95E8-7646-D700-AAAE83CE5E07}"/>
              </a:ext>
            </a:extLst>
          </p:cNvPr>
          <p:cNvSpPr>
            <a:spLocks noGrp="1"/>
          </p:cNvSpPr>
          <p:nvPr>
            <p:ph type="title"/>
          </p:nvPr>
        </p:nvSpPr>
        <p:spPr/>
        <p:txBody>
          <a:bodyPr/>
          <a:lstStyle/>
          <a:p>
            <a:r>
              <a:rPr lang="en-US"/>
              <a:t>Algorithm Design </a:t>
            </a:r>
          </a:p>
        </p:txBody>
      </p:sp>
      <p:sp>
        <p:nvSpPr>
          <p:cNvPr id="3" name="Content Placeholder 2">
            <a:extLst>
              <a:ext uri="{FF2B5EF4-FFF2-40B4-BE49-F238E27FC236}">
                <a16:creationId xmlns:a16="http://schemas.microsoft.com/office/drawing/2014/main" id="{902564B9-8B7A-8DC8-2225-F46B8B251E93}"/>
              </a:ext>
            </a:extLst>
          </p:cNvPr>
          <p:cNvSpPr>
            <a:spLocks noGrp="1"/>
          </p:cNvSpPr>
          <p:nvPr>
            <p:ph sz="quarter" idx="13"/>
          </p:nvPr>
        </p:nvSpPr>
        <p:spPr>
          <a:xfrm>
            <a:off x="841248" y="1536827"/>
            <a:ext cx="9537621" cy="4544319"/>
          </a:xfrm>
        </p:spPr>
        <p:txBody>
          <a:bodyPr vert="horz" lIns="0" tIns="0" rIns="0" bIns="0" rtlCol="0" anchor="t">
            <a:normAutofit fontScale="92500" lnSpcReduction="10000"/>
          </a:bodyPr>
          <a:lstStyle/>
          <a:p>
            <a:pPr marL="347345" indent="-347345"/>
            <a:r>
              <a:rPr lang="en-US"/>
              <a:t>Our goal was to use clustering to partition the data into clusters of at least k size. Clusters can be bigger than k in size but not smaller so we can achieve k anonymity</a:t>
            </a:r>
          </a:p>
          <a:p>
            <a:pPr marL="347345" indent="-347345"/>
            <a:r>
              <a:rPr lang="en-US"/>
              <a:t>We took inspiration from Mondrian and hierarchical clustering.</a:t>
            </a:r>
          </a:p>
          <a:p>
            <a:pPr marL="347345" indent="-347345"/>
            <a:r>
              <a:rPr lang="en-US"/>
              <a:t>Mondrian starts with one large list of points, sorting and partitioning it until each partition cannot get smaller than k.</a:t>
            </a:r>
          </a:p>
          <a:p>
            <a:pPr marL="347345" indent="-347345"/>
            <a:r>
              <a:rPr lang="en-US"/>
              <a:t>In hierarchical clustering, you start with many small clusters, merge them cluster by cluster using a distance metric</a:t>
            </a:r>
          </a:p>
          <a:p>
            <a:pPr marL="347345" indent="-347345"/>
            <a:r>
              <a:rPr lang="en-US"/>
              <a:t>We choose one cluster off of some user defined metric, it could be all the points sorted, pick the smallest, vice versa, or random</a:t>
            </a:r>
          </a:p>
          <a:p>
            <a:pPr marL="347345" indent="-347345"/>
            <a:r>
              <a:rPr lang="en-US"/>
              <a:t>That cluster Greedily consumes the two nearest single point clusters until it has k size.</a:t>
            </a:r>
          </a:p>
          <a:p>
            <a:pPr marL="347345" indent="-347345"/>
            <a:r>
              <a:rPr lang="en-US"/>
              <a:t>Take that cluster off the list, start with a new one point cluster, do the same</a:t>
            </a:r>
            <a:br>
              <a:rPr lang="en-US"/>
            </a:br>
            <a:endParaRPr lang="en-US"/>
          </a:p>
          <a:p>
            <a:pPr marL="347345" indent="-347345"/>
            <a:endParaRPr lang="en-US"/>
          </a:p>
        </p:txBody>
      </p:sp>
      <p:sp>
        <p:nvSpPr>
          <p:cNvPr id="4" name="Text Placeholder 3">
            <a:extLst>
              <a:ext uri="{FF2B5EF4-FFF2-40B4-BE49-F238E27FC236}">
                <a16:creationId xmlns:a16="http://schemas.microsoft.com/office/drawing/2014/main" id="{09474F0D-269A-239C-0854-40339661C870}"/>
              </a:ext>
            </a:extLst>
          </p:cNvPr>
          <p:cNvSpPr>
            <a:spLocks noGrp="1"/>
          </p:cNvSpPr>
          <p:nvPr>
            <p:ph type="body" sz="quarter" idx="15"/>
          </p:nvPr>
        </p:nvSpPr>
        <p:spPr>
          <a:xfrm flipH="1" flipV="1">
            <a:off x="10496108" y="1375540"/>
            <a:ext cx="713318" cy="161286"/>
          </a:xfrm>
        </p:spPr>
        <p:txBody>
          <a:bodyPr/>
          <a:lstStyle/>
          <a:p>
            <a:endParaRPr lang="en-US"/>
          </a:p>
        </p:txBody>
      </p:sp>
      <p:sp>
        <p:nvSpPr>
          <p:cNvPr id="5" name="Content Placeholder 4">
            <a:extLst>
              <a:ext uri="{FF2B5EF4-FFF2-40B4-BE49-F238E27FC236}">
                <a16:creationId xmlns:a16="http://schemas.microsoft.com/office/drawing/2014/main" id="{5282C143-64CD-883C-0955-4929AD4E78AA}"/>
              </a:ext>
            </a:extLst>
          </p:cNvPr>
          <p:cNvSpPr>
            <a:spLocks noGrp="1"/>
          </p:cNvSpPr>
          <p:nvPr>
            <p:ph sz="quarter" idx="14"/>
          </p:nvPr>
        </p:nvSpPr>
        <p:spPr>
          <a:xfrm flipH="1" flipV="1">
            <a:off x="10378054" y="6024308"/>
            <a:ext cx="133768" cy="128529"/>
          </a:xfrm>
        </p:spPr>
        <p:txBody>
          <a:bodyPr vert="horz" lIns="0" tIns="0" rIns="0" bIns="0" rtlCol="0" anchor="t">
            <a:normAutofit fontScale="55000" lnSpcReduction="20000"/>
          </a:bodyPr>
          <a:lstStyle/>
          <a:p>
            <a:pPr marL="347345" indent="-347345">
              <a:buNone/>
            </a:pPr>
            <a:endParaRPr lang="en-US"/>
          </a:p>
        </p:txBody>
      </p:sp>
      <p:sp>
        <p:nvSpPr>
          <p:cNvPr id="6" name="Slide Number Placeholder 5">
            <a:extLst>
              <a:ext uri="{FF2B5EF4-FFF2-40B4-BE49-F238E27FC236}">
                <a16:creationId xmlns:a16="http://schemas.microsoft.com/office/drawing/2014/main" id="{7CF46B60-A926-7135-18BF-B38D21CFA948}"/>
              </a:ext>
            </a:extLst>
          </p:cNvPr>
          <p:cNvSpPr>
            <a:spLocks noGrp="1"/>
          </p:cNvSpPr>
          <p:nvPr>
            <p:ph type="sldNum" sz="quarter" idx="11"/>
          </p:nvPr>
        </p:nvSpPr>
        <p:spPr/>
        <p:txBody>
          <a:bodyPr/>
          <a:lstStyle/>
          <a:p>
            <a:fld id="{B67B645E-C5E5-4727-B977-D372A0AA71D9}" type="slidenum">
              <a:rPr lang="en-US" smtClean="0"/>
              <a:pPr/>
              <a:t>10</a:t>
            </a:fld>
            <a:endParaRPr lang="en-US"/>
          </a:p>
        </p:txBody>
      </p:sp>
    </p:spTree>
    <p:extLst>
      <p:ext uri="{BB962C8B-B14F-4D97-AF65-F5344CB8AC3E}">
        <p14:creationId xmlns:p14="http://schemas.microsoft.com/office/powerpoint/2010/main" val="742990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AAAD9-48E3-F948-0DE7-4B47257DC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C06C3B-E3BD-8A5E-F39B-3BCE945715FD}"/>
              </a:ext>
            </a:extLst>
          </p:cNvPr>
          <p:cNvSpPr>
            <a:spLocks noGrp="1"/>
          </p:cNvSpPr>
          <p:nvPr>
            <p:ph type="title"/>
          </p:nvPr>
        </p:nvSpPr>
        <p:spPr/>
        <p:txBody>
          <a:bodyPr/>
          <a:lstStyle/>
          <a:p>
            <a:r>
              <a:rPr lang="en-US" err="1"/>
              <a:t>Psuedocode</a:t>
            </a:r>
          </a:p>
        </p:txBody>
      </p:sp>
      <p:sp>
        <p:nvSpPr>
          <p:cNvPr id="3" name="Content Placeholder 2">
            <a:extLst>
              <a:ext uri="{FF2B5EF4-FFF2-40B4-BE49-F238E27FC236}">
                <a16:creationId xmlns:a16="http://schemas.microsoft.com/office/drawing/2014/main" id="{7595657F-7DF1-540D-92C1-496F152C3C62}"/>
              </a:ext>
            </a:extLst>
          </p:cNvPr>
          <p:cNvSpPr>
            <a:spLocks noGrp="1"/>
          </p:cNvSpPr>
          <p:nvPr>
            <p:ph sz="quarter" idx="13"/>
          </p:nvPr>
        </p:nvSpPr>
        <p:spPr>
          <a:xfrm>
            <a:off x="841248" y="1536827"/>
            <a:ext cx="9537621" cy="4544319"/>
          </a:xfrm>
        </p:spPr>
        <p:txBody>
          <a:bodyPr vert="horz" lIns="0" tIns="0" rIns="0" bIns="0" rtlCol="0" anchor="t">
            <a:normAutofit fontScale="92500" lnSpcReduction="20000"/>
          </a:bodyPr>
          <a:lstStyle/>
          <a:p>
            <a:pPr marL="0" indent="0">
              <a:buNone/>
            </a:pPr>
            <a:r>
              <a:rPr lang="en-US"/>
              <a:t>Start with a list of points</a:t>
            </a:r>
          </a:p>
          <a:p>
            <a:pPr marL="0" indent="0">
              <a:buNone/>
            </a:pPr>
            <a:r>
              <a:rPr lang="en-US"/>
              <a:t>Choose a point in the list of clusters to start off as the first glutton cluster</a:t>
            </a:r>
          </a:p>
          <a:p>
            <a:pPr marL="0" indent="0">
              <a:buNone/>
            </a:pPr>
            <a:r>
              <a:rPr lang="en-US"/>
              <a:t>Find the k-1 closest neighbors using some distance metric and add those to the glutton cluster, recalculating the centroid of the cluster as they're added.  Centroid is calculated as the center of the cluster using a user defined metric.</a:t>
            </a:r>
          </a:p>
          <a:p>
            <a:pPr marL="0" indent="0">
              <a:buNone/>
            </a:pPr>
            <a:r>
              <a:rPr lang="en-US"/>
              <a:t>Once a glutton cluster has k points in it, remove the points from the list of points. Make sure to add that glutton to the list of gluttons</a:t>
            </a:r>
          </a:p>
          <a:p>
            <a:pPr marL="0" indent="0">
              <a:buNone/>
            </a:pPr>
            <a:r>
              <a:rPr lang="en-US"/>
              <a:t>Repeat the process until no points are left in the list.</a:t>
            </a:r>
          </a:p>
          <a:p>
            <a:pPr marL="0" indent="0">
              <a:buNone/>
            </a:pPr>
            <a:r>
              <a:rPr lang="en-US"/>
              <a:t>Check if the last glutton added has less than k points, if so, take points out and distribute them to the next closest gluttons.</a:t>
            </a:r>
          </a:p>
          <a:p>
            <a:pPr marL="0" indent="0">
              <a:buNone/>
            </a:pPr>
            <a:r>
              <a:rPr lang="en-US"/>
              <a:t>Last step is to take all the QI identifier data in each glutton cluster and convert them into a range. Example if age is the quasi-identifier, we take the min age and the max age for the glutton cluster and convert all ages to (min age-max age) thus achieving k anonymity.</a:t>
            </a:r>
            <a:br>
              <a:rPr lang="en-US"/>
            </a:br>
            <a:endParaRPr lang="en-US"/>
          </a:p>
          <a:p>
            <a:pPr marL="347345" indent="-347345"/>
            <a:endParaRPr lang="en-US"/>
          </a:p>
        </p:txBody>
      </p:sp>
      <p:sp>
        <p:nvSpPr>
          <p:cNvPr id="4" name="Text Placeholder 3">
            <a:extLst>
              <a:ext uri="{FF2B5EF4-FFF2-40B4-BE49-F238E27FC236}">
                <a16:creationId xmlns:a16="http://schemas.microsoft.com/office/drawing/2014/main" id="{B2363A2E-8530-8B6A-A4B0-FC613788E4DD}"/>
              </a:ext>
            </a:extLst>
          </p:cNvPr>
          <p:cNvSpPr>
            <a:spLocks noGrp="1"/>
          </p:cNvSpPr>
          <p:nvPr>
            <p:ph type="body" sz="quarter" idx="15"/>
          </p:nvPr>
        </p:nvSpPr>
        <p:spPr>
          <a:xfrm flipH="1" flipV="1">
            <a:off x="10496108" y="1375540"/>
            <a:ext cx="713318" cy="161286"/>
          </a:xfrm>
        </p:spPr>
        <p:txBody>
          <a:bodyPr/>
          <a:lstStyle/>
          <a:p>
            <a:endParaRPr lang="en-US"/>
          </a:p>
        </p:txBody>
      </p:sp>
      <p:sp>
        <p:nvSpPr>
          <p:cNvPr id="5" name="Content Placeholder 4">
            <a:extLst>
              <a:ext uri="{FF2B5EF4-FFF2-40B4-BE49-F238E27FC236}">
                <a16:creationId xmlns:a16="http://schemas.microsoft.com/office/drawing/2014/main" id="{DA89E600-2D6B-B1CE-A520-E177DD1EA370}"/>
              </a:ext>
            </a:extLst>
          </p:cNvPr>
          <p:cNvSpPr>
            <a:spLocks noGrp="1"/>
          </p:cNvSpPr>
          <p:nvPr>
            <p:ph sz="quarter" idx="14"/>
          </p:nvPr>
        </p:nvSpPr>
        <p:spPr>
          <a:xfrm flipH="1" flipV="1">
            <a:off x="10378054" y="6024308"/>
            <a:ext cx="133768" cy="128529"/>
          </a:xfrm>
        </p:spPr>
        <p:txBody>
          <a:bodyPr vert="horz" lIns="0" tIns="0" rIns="0" bIns="0" rtlCol="0" anchor="t">
            <a:normAutofit fontScale="55000" lnSpcReduction="20000"/>
          </a:bodyPr>
          <a:lstStyle/>
          <a:p>
            <a:pPr marL="347345" indent="-347345">
              <a:buNone/>
            </a:pPr>
            <a:endParaRPr lang="en-US"/>
          </a:p>
        </p:txBody>
      </p:sp>
      <p:sp>
        <p:nvSpPr>
          <p:cNvPr id="6" name="Slide Number Placeholder 5">
            <a:extLst>
              <a:ext uri="{FF2B5EF4-FFF2-40B4-BE49-F238E27FC236}">
                <a16:creationId xmlns:a16="http://schemas.microsoft.com/office/drawing/2014/main" id="{84C650AF-847C-37FE-813E-30521D2A475F}"/>
              </a:ext>
            </a:extLst>
          </p:cNvPr>
          <p:cNvSpPr>
            <a:spLocks noGrp="1"/>
          </p:cNvSpPr>
          <p:nvPr>
            <p:ph type="sldNum" sz="quarter" idx="11"/>
          </p:nvPr>
        </p:nvSpPr>
        <p:spPr/>
        <p:txBody>
          <a:bodyPr/>
          <a:lstStyle/>
          <a:p>
            <a:fld id="{B67B645E-C5E5-4727-B977-D372A0AA71D9}" type="slidenum">
              <a:rPr lang="en-US" smtClean="0"/>
              <a:pPr/>
              <a:t>11</a:t>
            </a:fld>
            <a:endParaRPr lang="en-US"/>
          </a:p>
        </p:txBody>
      </p:sp>
    </p:spTree>
    <p:extLst>
      <p:ext uri="{BB962C8B-B14F-4D97-AF65-F5344CB8AC3E}">
        <p14:creationId xmlns:p14="http://schemas.microsoft.com/office/powerpoint/2010/main" val="3434988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7F627-8231-F3EA-2355-38E05E7E6C49}"/>
              </a:ext>
            </a:extLst>
          </p:cNvPr>
          <p:cNvSpPr>
            <a:spLocks noGrp="1"/>
          </p:cNvSpPr>
          <p:nvPr>
            <p:ph type="title"/>
          </p:nvPr>
        </p:nvSpPr>
        <p:spPr/>
        <p:txBody>
          <a:bodyPr/>
          <a:lstStyle/>
          <a:p>
            <a:r>
              <a:rPr lang="en-US"/>
              <a:t>Application</a:t>
            </a:r>
          </a:p>
        </p:txBody>
      </p:sp>
      <p:sp>
        <p:nvSpPr>
          <p:cNvPr id="3" name="Text Placeholder 2">
            <a:extLst>
              <a:ext uri="{FF2B5EF4-FFF2-40B4-BE49-F238E27FC236}">
                <a16:creationId xmlns:a16="http://schemas.microsoft.com/office/drawing/2014/main" id="{62A224A5-C0C7-E957-B215-F3AC7EBEDBF2}"/>
              </a:ext>
            </a:extLst>
          </p:cNvPr>
          <p:cNvSpPr>
            <a:spLocks noGrp="1"/>
          </p:cNvSpPr>
          <p:nvPr>
            <p:ph type="body" sz="quarter" idx="10"/>
          </p:nvPr>
        </p:nvSpPr>
        <p:spPr/>
        <p:txBody>
          <a:bodyPr vert="horz" lIns="0" tIns="0" rIns="0" bIns="0" rtlCol="0" anchor="t">
            <a:noAutofit/>
          </a:bodyPr>
          <a:lstStyle/>
          <a:p>
            <a:r>
              <a:rPr lang="en-US"/>
              <a:t>Implementation Details</a:t>
            </a:r>
          </a:p>
        </p:txBody>
      </p:sp>
      <p:sp>
        <p:nvSpPr>
          <p:cNvPr id="4" name="Picture Placeholder 3">
            <a:extLst>
              <a:ext uri="{FF2B5EF4-FFF2-40B4-BE49-F238E27FC236}">
                <a16:creationId xmlns:a16="http://schemas.microsoft.com/office/drawing/2014/main" id="{71900F08-1CEE-24C9-C0E8-275D340F335E}"/>
              </a:ext>
            </a:extLst>
          </p:cNvPr>
          <p:cNvSpPr>
            <a:spLocks noGrp="1"/>
          </p:cNvSpPr>
          <p:nvPr>
            <p:ph type="pic" sz="quarter" idx="11"/>
          </p:nvPr>
        </p:nvSpPr>
        <p:spPr/>
      </p:sp>
    </p:spTree>
    <p:extLst>
      <p:ext uri="{BB962C8B-B14F-4D97-AF65-F5344CB8AC3E}">
        <p14:creationId xmlns:p14="http://schemas.microsoft.com/office/powerpoint/2010/main" val="3660827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F8215-1ED3-3534-FD4E-F9CAD9295F81}"/>
              </a:ext>
            </a:extLst>
          </p:cNvPr>
          <p:cNvSpPr>
            <a:spLocks noGrp="1"/>
          </p:cNvSpPr>
          <p:nvPr>
            <p:ph type="title"/>
          </p:nvPr>
        </p:nvSpPr>
        <p:spPr/>
        <p:txBody>
          <a:bodyPr/>
          <a:lstStyle/>
          <a:p>
            <a:r>
              <a:rPr lang="en-US"/>
              <a:t>Generating </a:t>
            </a:r>
            <a:r>
              <a:rPr lang="en-US" err="1"/>
              <a:t>DataSet</a:t>
            </a:r>
            <a:r>
              <a:rPr lang="en-US"/>
              <a:t> to anonymize</a:t>
            </a:r>
          </a:p>
        </p:txBody>
      </p:sp>
      <p:sp>
        <p:nvSpPr>
          <p:cNvPr id="3" name="Text Placeholder 2">
            <a:extLst>
              <a:ext uri="{FF2B5EF4-FFF2-40B4-BE49-F238E27FC236}">
                <a16:creationId xmlns:a16="http://schemas.microsoft.com/office/drawing/2014/main" id="{CC1175DC-4FF8-E5F1-FADE-7C64FA329253}"/>
              </a:ext>
            </a:extLst>
          </p:cNvPr>
          <p:cNvSpPr>
            <a:spLocks noGrp="1"/>
          </p:cNvSpPr>
          <p:nvPr>
            <p:ph sz="quarter" idx="14"/>
          </p:nvPr>
        </p:nvSpPr>
        <p:spPr>
          <a:xfrm>
            <a:off x="841248" y="1527048"/>
            <a:ext cx="10479024" cy="4744237"/>
          </a:xfrm>
        </p:spPr>
        <p:txBody>
          <a:bodyPr vert="horz" lIns="0" tIns="0" rIns="0" bIns="0" rtlCol="0" anchor="t">
            <a:normAutofit/>
          </a:bodyPr>
          <a:lstStyle/>
          <a:p>
            <a:pPr marL="342900" indent="-342900">
              <a:buChar char="•"/>
            </a:pPr>
            <a:r>
              <a:rPr lang="en-US"/>
              <a:t>As our goal is to mimic a real-world application, we have randomly generated some common sensitive and quasi-sensitive attributes for some sample datasets of size 20, 1000, and 200,000</a:t>
            </a:r>
          </a:p>
          <a:p>
            <a:pPr marL="342900" indent="-342900">
              <a:buChar char="•"/>
            </a:pPr>
            <a:r>
              <a:rPr lang="en-US"/>
              <a:t>Our initial dataset of random data contains unique entries representing user data with: </a:t>
            </a:r>
          </a:p>
          <a:p>
            <a:pPr marL="1074420" lvl="1" indent="-347345">
              <a:spcAft>
                <a:spcPts val="1800"/>
              </a:spcAft>
              <a:buFont typeface="Courier New,monospace" panose="020B0604020202020204" pitchFamily="34" charset="0"/>
              <a:buChar char="o"/>
            </a:pPr>
            <a:r>
              <a:rPr lang="en-US"/>
              <a:t>'</a:t>
            </a:r>
            <a:r>
              <a:rPr lang="en-US" err="1"/>
              <a:t>uid</a:t>
            </a:r>
            <a:r>
              <a:rPr lang="en-US"/>
              <a:t>' - for validating results, not used for association</a:t>
            </a:r>
            <a:br>
              <a:rPr lang="en-US"/>
            </a:br>
            <a:r>
              <a:rPr lang="en-US"/>
              <a:t>'name' - randomly generated name using '</a:t>
            </a:r>
            <a:r>
              <a:rPr lang="en-US" err="1"/>
              <a:t>namemaker</a:t>
            </a:r>
            <a:r>
              <a:rPr lang="en-US"/>
              <a:t>' library</a:t>
            </a:r>
            <a:br>
              <a:rPr lang="en-US"/>
            </a:br>
            <a:r>
              <a:rPr lang="en-US">
                <a:solidFill>
                  <a:srgbClr val="404040"/>
                </a:solidFill>
              </a:rPr>
              <a:t>'age' - randomly generated integer between 1 – 100</a:t>
            </a:r>
            <a:br>
              <a:rPr lang="en-US">
                <a:solidFill>
                  <a:srgbClr val="404040"/>
                </a:solidFill>
              </a:rPr>
            </a:br>
            <a:r>
              <a:rPr lang="en-US">
                <a:solidFill>
                  <a:srgbClr val="404040"/>
                </a:solidFill>
              </a:rPr>
              <a:t>'gender' - character M or F</a:t>
            </a:r>
            <a:br>
              <a:rPr lang="en-US">
                <a:solidFill>
                  <a:srgbClr val="404040"/>
                </a:solidFill>
              </a:rPr>
            </a:br>
            <a:r>
              <a:rPr lang="en-US">
                <a:solidFill>
                  <a:srgbClr val="404040"/>
                </a:solidFill>
              </a:rPr>
              <a:t>'zip' - randomly generated 5 digit sequence</a:t>
            </a:r>
            <a:br>
              <a:rPr lang="en-US"/>
            </a:br>
            <a:r>
              <a:rPr lang="en-US">
                <a:solidFill>
                  <a:srgbClr val="404040"/>
                </a:solidFill>
              </a:rPr>
              <a:t>'disease' - randomly chosen from list of 11 predefined diseases</a:t>
            </a:r>
          </a:p>
          <a:p>
            <a:pPr marL="342900" indent="-342900">
              <a:buFont typeface="Arial" panose="020B0604020202020204" pitchFamily="34" charset="0"/>
              <a:buChar char="•"/>
            </a:pPr>
            <a:r>
              <a:rPr lang="en-US">
                <a:solidFill>
                  <a:srgbClr val="404040"/>
                </a:solidFill>
              </a:rPr>
              <a:t>After we generate some number of unique entries, we then create two datasets – one for the client to anonymize, and one for an attacker to use with an association attack.</a:t>
            </a:r>
          </a:p>
        </p:txBody>
      </p:sp>
    </p:spTree>
    <p:extLst>
      <p:ext uri="{BB962C8B-B14F-4D97-AF65-F5344CB8AC3E}">
        <p14:creationId xmlns:p14="http://schemas.microsoft.com/office/powerpoint/2010/main" val="4107173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3707D-A412-BBD3-769E-022968CAFD8F}"/>
              </a:ext>
            </a:extLst>
          </p:cNvPr>
          <p:cNvSpPr>
            <a:spLocks noGrp="1"/>
          </p:cNvSpPr>
          <p:nvPr>
            <p:ph type="title"/>
          </p:nvPr>
        </p:nvSpPr>
        <p:spPr/>
        <p:txBody>
          <a:bodyPr/>
          <a:lstStyle/>
          <a:p>
            <a:r>
              <a:rPr lang="en-US"/>
              <a:t>Generating Dataset to Anonymize Continued.</a:t>
            </a:r>
          </a:p>
        </p:txBody>
      </p:sp>
      <p:sp>
        <p:nvSpPr>
          <p:cNvPr id="3" name="Content Placeholder 2">
            <a:extLst>
              <a:ext uri="{FF2B5EF4-FFF2-40B4-BE49-F238E27FC236}">
                <a16:creationId xmlns:a16="http://schemas.microsoft.com/office/drawing/2014/main" id="{CE645CFC-A9A5-81A8-177F-B6D38B18D268}"/>
              </a:ext>
            </a:extLst>
          </p:cNvPr>
          <p:cNvSpPr>
            <a:spLocks noGrp="1"/>
          </p:cNvSpPr>
          <p:nvPr>
            <p:ph sz="quarter" idx="14"/>
          </p:nvPr>
        </p:nvSpPr>
        <p:spPr>
          <a:xfrm>
            <a:off x="841248" y="1527048"/>
            <a:ext cx="10491314" cy="4498848"/>
          </a:xfrm>
        </p:spPr>
        <p:txBody>
          <a:bodyPr vert="horz" lIns="0" tIns="0" rIns="0" bIns="0" rtlCol="0" anchor="t">
            <a:noAutofit/>
          </a:bodyPr>
          <a:lstStyle/>
          <a:p>
            <a:pPr marL="342900" indent="-342900">
              <a:buFont typeface="Arial,Sans-Serif"/>
              <a:buChar char="•"/>
            </a:pPr>
            <a:r>
              <a:rPr lang="en-US"/>
              <a:t>Our sample datasets include both up to 10% non-overlap and a 50% non-overlap </a:t>
            </a:r>
            <a:r>
              <a:rPr lang="en-US" err="1"/>
              <a:t>wrt</a:t>
            </a:r>
            <a:r>
              <a:rPr lang="en-US"/>
              <a:t>. the client dataset – where the attacker dataset may not contain all entries in the client dataset, and where the attacker dataset may contain entries not in the client dataset.</a:t>
            </a:r>
          </a:p>
          <a:p>
            <a:pPr marL="1074420" lvl="1" indent="-347345">
              <a:spcAft>
                <a:spcPts val="1800"/>
              </a:spcAft>
              <a:buFont typeface="Courier New,monospace"/>
              <a:buChar char="o"/>
            </a:pPr>
            <a:r>
              <a:rPr lang="en-US">
                <a:solidFill>
                  <a:srgbClr val="404040"/>
                </a:solidFill>
              </a:rPr>
              <a:t>This is performed by initially generating 1.1 or 1.5 times the target dataset size, and then for the client and attacker datasets, randomly sampling the desired number of entries. </a:t>
            </a:r>
          </a:p>
          <a:p>
            <a:pPr marL="342900" indent="-347345">
              <a:buFont typeface="Arial,Sans-Serif"/>
              <a:buChar char="•"/>
            </a:pPr>
            <a:r>
              <a:rPr lang="en-US">
                <a:solidFill>
                  <a:srgbClr val="404040"/>
                </a:solidFill>
              </a:rPr>
              <a:t>Then, before we export the datasets, we remove the 'Disease' property from all entries in the attacker's dataset – this will be our attacker's goal: to use the quasi-sensitive attributes to associate a name with a disease. </a:t>
            </a:r>
          </a:p>
          <a:p>
            <a:pPr marL="1074420" lvl="1" indent="-347345">
              <a:spcAft>
                <a:spcPts val="1800"/>
              </a:spcAft>
              <a:buFont typeface="Courier New,monospace"/>
              <a:buChar char="o"/>
            </a:pPr>
            <a:r>
              <a:rPr lang="en-US">
                <a:solidFill>
                  <a:srgbClr val="404040"/>
                </a:solidFill>
              </a:rPr>
              <a:t>Additionally, the names are not initially removed from the client dataset, however, are kept until after we process them. </a:t>
            </a:r>
          </a:p>
          <a:p>
            <a:pPr marL="342900" indent="-347345">
              <a:spcAft>
                <a:spcPts val="0"/>
              </a:spcAft>
              <a:buFont typeface="Arial,Sans-Serif"/>
              <a:buChar char="•"/>
            </a:pPr>
            <a:r>
              <a:rPr lang="en-US"/>
              <a:t>The '</a:t>
            </a:r>
            <a:r>
              <a:rPr lang="en-US" err="1"/>
              <a:t>uid</a:t>
            </a:r>
            <a:r>
              <a:rPr lang="en-US"/>
              <a:t>' column's use will be described later. In a real-world application, the client would not publish such unique and identifying data along with anonymized data, as this would result in de-anonymization.</a:t>
            </a:r>
          </a:p>
        </p:txBody>
      </p:sp>
      <p:sp>
        <p:nvSpPr>
          <p:cNvPr id="4" name="Slide Number Placeholder 3">
            <a:extLst>
              <a:ext uri="{FF2B5EF4-FFF2-40B4-BE49-F238E27FC236}">
                <a16:creationId xmlns:a16="http://schemas.microsoft.com/office/drawing/2014/main" id="{CDDBDA16-F617-D46E-ACD7-0C4ADF155189}"/>
              </a:ext>
            </a:extLst>
          </p:cNvPr>
          <p:cNvSpPr>
            <a:spLocks noGrp="1"/>
          </p:cNvSpPr>
          <p:nvPr>
            <p:ph type="sldNum" sz="quarter" idx="11"/>
          </p:nvPr>
        </p:nvSpPr>
        <p:spPr/>
        <p:txBody>
          <a:bodyPr/>
          <a:lstStyle/>
          <a:p>
            <a:fld id="{B67B645E-C5E5-4727-B977-D372A0AA71D9}" type="slidenum">
              <a:rPr lang="en-US" smtClean="0"/>
              <a:pPr/>
              <a:t>14</a:t>
            </a:fld>
            <a:endParaRPr lang="en-US"/>
          </a:p>
        </p:txBody>
      </p:sp>
    </p:spTree>
    <p:extLst>
      <p:ext uri="{BB962C8B-B14F-4D97-AF65-F5344CB8AC3E}">
        <p14:creationId xmlns:p14="http://schemas.microsoft.com/office/powerpoint/2010/main" val="3668046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278C9-FAB1-7CD0-6B9A-9D23F0683AFB}"/>
              </a:ext>
            </a:extLst>
          </p:cNvPr>
          <p:cNvSpPr>
            <a:spLocks noGrp="1"/>
          </p:cNvSpPr>
          <p:nvPr>
            <p:ph type="title"/>
          </p:nvPr>
        </p:nvSpPr>
        <p:spPr/>
        <p:txBody>
          <a:bodyPr/>
          <a:lstStyle/>
          <a:p>
            <a:r>
              <a:rPr lang="en-US"/>
              <a:t>Existing Mondrian Anonymization Algorithm</a:t>
            </a:r>
          </a:p>
        </p:txBody>
      </p:sp>
      <p:sp>
        <p:nvSpPr>
          <p:cNvPr id="3" name="Content Placeholder 2">
            <a:extLst>
              <a:ext uri="{FF2B5EF4-FFF2-40B4-BE49-F238E27FC236}">
                <a16:creationId xmlns:a16="http://schemas.microsoft.com/office/drawing/2014/main" id="{EDC43530-D2A1-89AD-433E-CAD42C5975C5}"/>
              </a:ext>
            </a:extLst>
          </p:cNvPr>
          <p:cNvSpPr>
            <a:spLocks noGrp="1"/>
          </p:cNvSpPr>
          <p:nvPr>
            <p:ph sz="quarter" idx="14"/>
          </p:nvPr>
        </p:nvSpPr>
        <p:spPr/>
        <p:txBody>
          <a:bodyPr vert="horz" lIns="0" tIns="0" rIns="0" bIns="0" rtlCol="0" anchor="t">
            <a:normAutofit/>
          </a:bodyPr>
          <a:lstStyle/>
          <a:p>
            <a:pPr marL="342900" indent="-342900">
              <a:buChar char="•"/>
            </a:pPr>
            <a:r>
              <a:rPr lang="en-US"/>
              <a:t>For our anonymization algorithms, we define our Quasi-Sensitive attributes which will be anonymized as the 'age', 'gender', and 'zip'. These will be converted to ranges of values – e.g. age = 5-25, zip = 34745- 46899 </a:t>
            </a:r>
          </a:p>
          <a:p>
            <a:pPr marL="342900" indent="-342900">
              <a:buChar char="•"/>
            </a:pPr>
            <a:r>
              <a:rPr lang="en-US"/>
              <a:t>For comparison to our clustering-based approach, we also implemented the existing recursive Mondrian algorithm for anonymizing data.</a:t>
            </a:r>
          </a:p>
          <a:p>
            <a:pPr marL="1074420" lvl="1" indent="-347345">
              <a:spcAft>
                <a:spcPts val="1800"/>
              </a:spcAft>
              <a:buFont typeface="Courier New" panose="020B0604020202020204" pitchFamily="34" charset="0"/>
              <a:buChar char="o"/>
            </a:pPr>
            <a:r>
              <a:rPr lang="en-US"/>
              <a:t>The 'Mondrian' function takes a subset of data, a k anonymization value for the stopping condition, and a target anonymization variable. </a:t>
            </a:r>
          </a:p>
          <a:p>
            <a:pPr marL="1074420" lvl="1" indent="-347345">
              <a:spcAft>
                <a:spcPts val="1800"/>
              </a:spcAft>
              <a:buFont typeface="Courier New" panose="020B0604020202020204" pitchFamily="34" charset="0"/>
              <a:buChar char="o"/>
            </a:pPr>
            <a:r>
              <a:rPr lang="en-US"/>
              <a:t>Before proceeding, we check if we have enough subset entries to split the data evenly into 2 datasets. If not, we return this grouping of entries. Otherwise:</a:t>
            </a:r>
          </a:p>
          <a:p>
            <a:pPr marL="1074420" lvl="1" indent="-347345">
              <a:spcAft>
                <a:spcPts val="1800"/>
              </a:spcAft>
              <a:buFont typeface="Courier New" panose="020B0604020202020204" pitchFamily="34" charset="0"/>
              <a:buChar char="o"/>
            </a:pPr>
            <a:r>
              <a:rPr lang="en-US"/>
              <a:t>We sort the subset based on our target variable, then split our current subset into two subsets a low subset and a high subset. </a:t>
            </a:r>
          </a:p>
        </p:txBody>
      </p:sp>
      <p:sp>
        <p:nvSpPr>
          <p:cNvPr id="4" name="Slide Number Placeholder 3">
            <a:extLst>
              <a:ext uri="{FF2B5EF4-FFF2-40B4-BE49-F238E27FC236}">
                <a16:creationId xmlns:a16="http://schemas.microsoft.com/office/drawing/2014/main" id="{C5FDB0E9-DBE7-3189-7DDD-D2E20FD174F9}"/>
              </a:ext>
            </a:extLst>
          </p:cNvPr>
          <p:cNvSpPr>
            <a:spLocks noGrp="1"/>
          </p:cNvSpPr>
          <p:nvPr>
            <p:ph type="sldNum" sz="quarter" idx="11"/>
          </p:nvPr>
        </p:nvSpPr>
        <p:spPr/>
        <p:txBody>
          <a:bodyPr/>
          <a:lstStyle/>
          <a:p>
            <a:fld id="{B67B645E-C5E5-4727-B977-D372A0AA71D9}" type="slidenum">
              <a:rPr lang="en-US" smtClean="0"/>
              <a:pPr/>
              <a:t>15</a:t>
            </a:fld>
            <a:endParaRPr lang="en-US"/>
          </a:p>
        </p:txBody>
      </p:sp>
    </p:spTree>
    <p:extLst>
      <p:ext uri="{BB962C8B-B14F-4D97-AF65-F5344CB8AC3E}">
        <p14:creationId xmlns:p14="http://schemas.microsoft.com/office/powerpoint/2010/main" val="14253803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1C710-EBB8-F966-9A7D-09826B485485}"/>
              </a:ext>
            </a:extLst>
          </p:cNvPr>
          <p:cNvSpPr>
            <a:spLocks noGrp="1"/>
          </p:cNvSpPr>
          <p:nvPr>
            <p:ph type="title"/>
          </p:nvPr>
        </p:nvSpPr>
        <p:spPr/>
        <p:txBody>
          <a:bodyPr/>
          <a:lstStyle/>
          <a:p>
            <a:r>
              <a:rPr lang="en-US"/>
              <a:t>Existing Mondrian Anonymization Algorithm Continued.</a:t>
            </a:r>
          </a:p>
        </p:txBody>
      </p:sp>
      <p:sp>
        <p:nvSpPr>
          <p:cNvPr id="3" name="Content Placeholder 2">
            <a:extLst>
              <a:ext uri="{FF2B5EF4-FFF2-40B4-BE49-F238E27FC236}">
                <a16:creationId xmlns:a16="http://schemas.microsoft.com/office/drawing/2014/main" id="{D50E5618-71CF-7E8E-3412-62D5B45D05FA}"/>
              </a:ext>
            </a:extLst>
          </p:cNvPr>
          <p:cNvSpPr>
            <a:spLocks noGrp="1"/>
          </p:cNvSpPr>
          <p:nvPr>
            <p:ph sz="quarter" idx="14"/>
          </p:nvPr>
        </p:nvSpPr>
        <p:spPr/>
        <p:txBody>
          <a:bodyPr vert="horz" lIns="0" tIns="0" rIns="0" bIns="0" rtlCol="0" anchor="t">
            <a:normAutofit/>
          </a:bodyPr>
          <a:lstStyle/>
          <a:p>
            <a:pPr marL="1074420" lvl="1" indent="-347345">
              <a:spcAft>
                <a:spcPts val="1800"/>
              </a:spcAft>
              <a:buFont typeface="Courier New" panose="020B0604020202020204" pitchFamily="34" charset="0"/>
              <a:buChar char="o"/>
            </a:pPr>
            <a:r>
              <a:rPr lang="en-US"/>
              <a:t>We will then choose the next variable for the next step. Currently, this is implemented as incrementing the index to our defined list of Q.S. variables.</a:t>
            </a:r>
          </a:p>
          <a:p>
            <a:pPr marL="1074420" lvl="1" indent="-347345">
              <a:spcAft>
                <a:spcPts val="1800"/>
              </a:spcAft>
              <a:buFont typeface="Courier New" panose="020B0604020202020204" pitchFamily="34" charset="0"/>
              <a:buChar char="o"/>
            </a:pPr>
            <a:r>
              <a:rPr lang="en-US"/>
              <a:t>We then recurse our Mondrian function on the low and high subsets, adding all final groupings to a list which we will process afterwards. </a:t>
            </a:r>
          </a:p>
          <a:p>
            <a:pPr marL="342900" indent="-342900">
              <a:buFont typeface="Arial" panose="020B0604020202020204" pitchFamily="34" charset="0"/>
              <a:buChar char="•"/>
            </a:pPr>
            <a:r>
              <a:rPr lang="en-US"/>
              <a:t>After the Mondrian algorithm completes, for all groupings, we will then consider the 'minimum' and 'maximum' for each of our Q.S. variables, which we will then combine into a range of min-max and store this value for all entries in the grouping, thus achieving anonymization through generalization. </a:t>
            </a:r>
          </a:p>
          <a:p>
            <a:pPr marL="342900" indent="-342900">
              <a:buFont typeface="Arial" panose="020B0604020202020204" pitchFamily="34" charset="0"/>
              <a:buChar char="•"/>
            </a:pPr>
            <a:r>
              <a:rPr lang="en-US"/>
              <a:t>This anonymized data can then be previewed in our web interface alongside being stored locally for our performance evaluation (simulated association attack).</a:t>
            </a:r>
          </a:p>
        </p:txBody>
      </p:sp>
      <p:sp>
        <p:nvSpPr>
          <p:cNvPr id="4" name="Slide Number Placeholder 3">
            <a:extLst>
              <a:ext uri="{FF2B5EF4-FFF2-40B4-BE49-F238E27FC236}">
                <a16:creationId xmlns:a16="http://schemas.microsoft.com/office/drawing/2014/main" id="{7C2A6A85-2BB6-95DE-DE99-F7456D2072DD}"/>
              </a:ext>
            </a:extLst>
          </p:cNvPr>
          <p:cNvSpPr>
            <a:spLocks noGrp="1"/>
          </p:cNvSpPr>
          <p:nvPr>
            <p:ph type="sldNum" sz="quarter" idx="11"/>
          </p:nvPr>
        </p:nvSpPr>
        <p:spPr/>
        <p:txBody>
          <a:bodyPr/>
          <a:lstStyle/>
          <a:p>
            <a:fld id="{B67B645E-C5E5-4727-B977-D372A0AA71D9}" type="slidenum">
              <a:rPr lang="en-US" smtClean="0"/>
              <a:pPr/>
              <a:t>16</a:t>
            </a:fld>
            <a:endParaRPr lang="en-US"/>
          </a:p>
        </p:txBody>
      </p:sp>
    </p:spTree>
    <p:extLst>
      <p:ext uri="{BB962C8B-B14F-4D97-AF65-F5344CB8AC3E}">
        <p14:creationId xmlns:p14="http://schemas.microsoft.com/office/powerpoint/2010/main" val="2604942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12E3B-E053-5BC6-C642-B6A2682D4904}"/>
              </a:ext>
            </a:extLst>
          </p:cNvPr>
          <p:cNvSpPr>
            <a:spLocks noGrp="1"/>
          </p:cNvSpPr>
          <p:nvPr>
            <p:ph type="title"/>
          </p:nvPr>
        </p:nvSpPr>
        <p:spPr/>
        <p:txBody>
          <a:bodyPr/>
          <a:lstStyle/>
          <a:p>
            <a:r>
              <a:rPr lang="en-US"/>
              <a:t>The 'Glutton' Anonymization Algorithm</a:t>
            </a:r>
          </a:p>
        </p:txBody>
      </p:sp>
      <p:sp>
        <p:nvSpPr>
          <p:cNvPr id="3" name="Content Placeholder 2">
            <a:extLst>
              <a:ext uri="{FF2B5EF4-FFF2-40B4-BE49-F238E27FC236}">
                <a16:creationId xmlns:a16="http://schemas.microsoft.com/office/drawing/2014/main" id="{95832F01-9532-82DC-1C78-6AD5BE0CD682}"/>
              </a:ext>
            </a:extLst>
          </p:cNvPr>
          <p:cNvSpPr>
            <a:spLocks noGrp="1"/>
          </p:cNvSpPr>
          <p:nvPr>
            <p:ph sz="quarter" idx="14"/>
          </p:nvPr>
        </p:nvSpPr>
        <p:spPr/>
        <p:txBody>
          <a:bodyPr vert="horz" lIns="0" tIns="0" rIns="0" bIns="0" rtlCol="0" anchor="t">
            <a:normAutofit/>
          </a:bodyPr>
          <a:lstStyle/>
          <a:p>
            <a:pPr marL="342900" indent="-342900">
              <a:buChar char="•"/>
            </a:pPr>
            <a:r>
              <a:rPr lang="en-US"/>
              <a:t>We have also developed a greedy clustering-based approach to the anonymization problem. Instead of approaching the data recursively – which requires repeated splitting and sorting based on variables thus building the anonymized data top-down – we instead build the anonymized dataset bottom up, creating a nearest-neighbor clustering of at least k points in each cluster. </a:t>
            </a:r>
          </a:p>
          <a:p>
            <a:pPr marL="1074420" lvl="1" indent="-347345">
              <a:spcAft>
                <a:spcPts val="1800"/>
              </a:spcAft>
              <a:buFont typeface="Courier New" panose="020B0604020202020204" pitchFamily="34" charset="0"/>
              <a:buChar char="o"/>
            </a:pPr>
            <a:r>
              <a:rPr lang="en-US"/>
              <a:t>This approach is based on representing our Q.S. attributes as points in an n-dimensional space where n is the size of the set of Q.S. We can then define a 'distance' between them as the Euclidean distance between two entries. </a:t>
            </a:r>
          </a:p>
          <a:p>
            <a:pPr marL="1074420" lvl="1" indent="-347345">
              <a:spcAft>
                <a:spcPts val="1800"/>
              </a:spcAft>
              <a:buFont typeface="Courier New" panose="020B0604020202020204" pitchFamily="34" charset="0"/>
              <a:buChar char="o"/>
            </a:pPr>
            <a:r>
              <a:rPr lang="en-US"/>
              <a:t>We initially start off by choosing a random seed-point to be our centroid, and then populate the cluster with nearest points, updating the centroid as we go. We repeat this until we have less than K-points remaining, where K is our defined anonymity value – defined as our outlier values.</a:t>
            </a:r>
          </a:p>
        </p:txBody>
      </p:sp>
      <p:sp>
        <p:nvSpPr>
          <p:cNvPr id="4" name="Slide Number Placeholder 3">
            <a:extLst>
              <a:ext uri="{FF2B5EF4-FFF2-40B4-BE49-F238E27FC236}">
                <a16:creationId xmlns:a16="http://schemas.microsoft.com/office/drawing/2014/main" id="{76DD2068-A3B0-4572-7E2B-082D6B3AEE5E}"/>
              </a:ext>
            </a:extLst>
          </p:cNvPr>
          <p:cNvSpPr>
            <a:spLocks noGrp="1"/>
          </p:cNvSpPr>
          <p:nvPr>
            <p:ph type="sldNum" sz="quarter" idx="11"/>
          </p:nvPr>
        </p:nvSpPr>
        <p:spPr/>
        <p:txBody>
          <a:bodyPr/>
          <a:lstStyle/>
          <a:p>
            <a:fld id="{B67B645E-C5E5-4727-B977-D372A0AA71D9}" type="slidenum">
              <a:rPr lang="en-US" smtClean="0"/>
              <a:pPr/>
              <a:t>17</a:t>
            </a:fld>
            <a:endParaRPr lang="en-US"/>
          </a:p>
        </p:txBody>
      </p:sp>
    </p:spTree>
    <p:extLst>
      <p:ext uri="{BB962C8B-B14F-4D97-AF65-F5344CB8AC3E}">
        <p14:creationId xmlns:p14="http://schemas.microsoft.com/office/powerpoint/2010/main" val="1433043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C7E07-E9AE-D5BA-695F-8BF56808085E}"/>
              </a:ext>
            </a:extLst>
          </p:cNvPr>
          <p:cNvSpPr>
            <a:spLocks noGrp="1"/>
          </p:cNvSpPr>
          <p:nvPr>
            <p:ph type="title"/>
          </p:nvPr>
        </p:nvSpPr>
        <p:spPr/>
        <p:txBody>
          <a:bodyPr/>
          <a:lstStyle/>
          <a:p>
            <a:r>
              <a:rPr lang="en-US"/>
              <a:t>The 'Glutton' Anonymization Algorithm Continued.</a:t>
            </a:r>
            <a:endParaRPr lang="en-US" b="0">
              <a:solidFill>
                <a:srgbClr val="000000"/>
              </a:solidFill>
            </a:endParaRPr>
          </a:p>
        </p:txBody>
      </p:sp>
      <p:sp>
        <p:nvSpPr>
          <p:cNvPr id="3" name="Content Placeholder 2">
            <a:extLst>
              <a:ext uri="{FF2B5EF4-FFF2-40B4-BE49-F238E27FC236}">
                <a16:creationId xmlns:a16="http://schemas.microsoft.com/office/drawing/2014/main" id="{98A88561-E392-0387-42D7-F8CE01810159}"/>
              </a:ext>
            </a:extLst>
          </p:cNvPr>
          <p:cNvSpPr>
            <a:spLocks noGrp="1"/>
          </p:cNvSpPr>
          <p:nvPr>
            <p:ph sz="quarter" idx="14"/>
          </p:nvPr>
        </p:nvSpPr>
        <p:spPr/>
        <p:txBody>
          <a:bodyPr vert="horz" lIns="0" tIns="0" rIns="0" bIns="0" rtlCol="0" anchor="t">
            <a:noAutofit/>
          </a:bodyPr>
          <a:lstStyle/>
          <a:p>
            <a:pPr marL="1074420" lvl="1" indent="-347345">
              <a:spcAft>
                <a:spcPts val="1800"/>
              </a:spcAft>
              <a:buFont typeface="Courier New" panose="020B0604020202020204" pitchFamily="34" charset="0"/>
              <a:buChar char="o"/>
            </a:pPr>
            <a:r>
              <a:rPr lang="en-US" sz="1800"/>
              <a:t>The handling of these outliers does however affect our algorithm's performance. We have considered two basic approaches: 1) Merging every outlier (&lt;K) into the nearest existing cluster OR 2) Discarding all outliers.</a:t>
            </a:r>
          </a:p>
          <a:p>
            <a:pPr marL="1440180" lvl="2" indent="-347345">
              <a:spcAft>
                <a:spcPts val="1800"/>
              </a:spcAft>
              <a:buFont typeface="Wingdings" panose="020B0604020202020204" pitchFamily="34" charset="0"/>
              <a:buChar char="§"/>
            </a:pPr>
            <a:r>
              <a:rPr lang="en-US"/>
              <a:t>Our implementation merges outliers into existing clusters, this allows us to keep all client data intact, however, impacts our data's utility negatively as the new ranges for Q.S. variables will be larger than the Mondrian approach or if we were to instead discard the outliers. We believe that this is a worthy tradeoff when considering user privacy, as it will increase how many entries will be similar. Additionally, these outliers can be avoided by choosing a K such that it evenly divides the dataset size, thus allowing the user to increase the utility using the K parameter.</a:t>
            </a:r>
          </a:p>
          <a:p>
            <a:pPr marL="1440180" lvl="2" indent="-347345">
              <a:spcAft>
                <a:spcPts val="1800"/>
              </a:spcAft>
              <a:buFont typeface="Wingdings" panose="020B0604020202020204" pitchFamily="34" charset="0"/>
              <a:buChar char="§"/>
            </a:pPr>
            <a:r>
              <a:rPr lang="en-US"/>
              <a:t>Discarding outliers is another approach, increasing utility but decreasing anonymity, as ranges for Q.S. variables will be tighter, thus potentially allowing for easier identification. This is partially mitigated by our age ranges not being fixed, where some may overlap with others, maintaining a larger maximum K.</a:t>
            </a:r>
          </a:p>
          <a:p>
            <a:pPr marL="1074420" lvl="1" indent="-347345">
              <a:spcAft>
                <a:spcPts val="1800"/>
              </a:spcAft>
              <a:buFont typeface="Courier New" panose="020B0604020202020204" pitchFamily="34" charset="0"/>
              <a:buChar char="o"/>
            </a:pPr>
            <a:r>
              <a:rPr lang="en-US" sz="1800"/>
              <a:t>Similarly to the Mondrian algorithm, we take the min and max values for each attribute in our clusters and store them instead as ranges, also anonymizing data using generalization.</a:t>
            </a:r>
          </a:p>
        </p:txBody>
      </p:sp>
      <p:sp>
        <p:nvSpPr>
          <p:cNvPr id="4" name="Slide Number Placeholder 3">
            <a:extLst>
              <a:ext uri="{FF2B5EF4-FFF2-40B4-BE49-F238E27FC236}">
                <a16:creationId xmlns:a16="http://schemas.microsoft.com/office/drawing/2014/main" id="{5C956121-0D5D-AA6D-65F7-D98EE2273535}"/>
              </a:ext>
            </a:extLst>
          </p:cNvPr>
          <p:cNvSpPr>
            <a:spLocks noGrp="1"/>
          </p:cNvSpPr>
          <p:nvPr>
            <p:ph type="sldNum" sz="quarter" idx="11"/>
          </p:nvPr>
        </p:nvSpPr>
        <p:spPr/>
        <p:txBody>
          <a:bodyPr/>
          <a:lstStyle/>
          <a:p>
            <a:fld id="{B67B645E-C5E5-4727-B977-D372A0AA71D9}" type="slidenum">
              <a:rPr lang="en-US" smtClean="0"/>
              <a:pPr/>
              <a:t>18</a:t>
            </a:fld>
            <a:endParaRPr lang="en-US"/>
          </a:p>
        </p:txBody>
      </p:sp>
    </p:spTree>
    <p:extLst>
      <p:ext uri="{BB962C8B-B14F-4D97-AF65-F5344CB8AC3E}">
        <p14:creationId xmlns:p14="http://schemas.microsoft.com/office/powerpoint/2010/main" val="3813906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568CD-D71A-6815-8213-7BC5A80F80FA}"/>
              </a:ext>
            </a:extLst>
          </p:cNvPr>
          <p:cNvSpPr>
            <a:spLocks noGrp="1"/>
          </p:cNvSpPr>
          <p:nvPr>
            <p:ph type="title"/>
          </p:nvPr>
        </p:nvSpPr>
        <p:spPr/>
        <p:txBody>
          <a:bodyPr/>
          <a:lstStyle/>
          <a:p>
            <a:r>
              <a:rPr lang="en-US"/>
              <a:t>Verifying K-anonymity</a:t>
            </a:r>
          </a:p>
        </p:txBody>
      </p:sp>
      <p:sp>
        <p:nvSpPr>
          <p:cNvPr id="3" name="Content Placeholder 2">
            <a:extLst>
              <a:ext uri="{FF2B5EF4-FFF2-40B4-BE49-F238E27FC236}">
                <a16:creationId xmlns:a16="http://schemas.microsoft.com/office/drawing/2014/main" id="{BD3296B2-556D-DC7D-BA71-E6E6A4278AB6}"/>
              </a:ext>
            </a:extLst>
          </p:cNvPr>
          <p:cNvSpPr>
            <a:spLocks noGrp="1"/>
          </p:cNvSpPr>
          <p:nvPr>
            <p:ph sz="quarter" idx="14"/>
          </p:nvPr>
        </p:nvSpPr>
        <p:spPr>
          <a:xfrm>
            <a:off x="841248" y="1527048"/>
            <a:ext cx="10491314" cy="5002751"/>
          </a:xfrm>
        </p:spPr>
        <p:txBody>
          <a:bodyPr vert="horz" lIns="0" tIns="0" rIns="0" bIns="0" rtlCol="0" anchor="t">
            <a:normAutofit lnSpcReduction="10000"/>
          </a:bodyPr>
          <a:lstStyle/>
          <a:p>
            <a:pPr marL="342900" indent="-342900">
              <a:buChar char="•"/>
            </a:pPr>
            <a:r>
              <a:rPr lang="en-US"/>
              <a:t>To validate our algorithm's results, we have also implemented an association attack which is performed to attempt to match a potential entries name to a disease, thus de-anonymizing the data using the quasi-sensitive attributes. </a:t>
            </a:r>
          </a:p>
          <a:p>
            <a:pPr marL="1074420" lvl="1" indent="-347345">
              <a:buFont typeface="Courier New" panose="020B0604020202020204" pitchFamily="34" charset="0"/>
              <a:buChar char="o"/>
            </a:pPr>
            <a:r>
              <a:rPr lang="en-US"/>
              <a:t>To do this, we use a brute-force approach, where for each entry in the attacker dataset, we will check through all entries in the client's anonymized dataset to see which ones lead to potential matches. We also check whether any results exist within this data, as potential membership or lack thereof is also a potential privacy exposure. </a:t>
            </a:r>
          </a:p>
          <a:p>
            <a:pPr marL="1074420" lvl="1" indent="-347345">
              <a:buFont typeface="Courier New" panose="020B0604020202020204" pitchFamily="34" charset="0"/>
              <a:buChar char="o"/>
            </a:pPr>
            <a:r>
              <a:rPr lang="en-US"/>
              <a:t>We report the following metrics from the attack : minimum, average, and maximum K value, these are calculated based on how many entries exist in ranges. </a:t>
            </a:r>
            <a:br>
              <a:rPr lang="en-US"/>
            </a:br>
            <a:r>
              <a:rPr lang="en-US"/>
              <a:t>The number of users in both datasets – this is checked against the full dataset and client datasets using UID values. </a:t>
            </a:r>
            <a:br>
              <a:rPr lang="en-US"/>
            </a:br>
            <a:r>
              <a:rPr lang="en-US"/>
              <a:t>The known number of users not found in client data, where no potential results were found for a user in the attacker's dataset.</a:t>
            </a:r>
            <a:br>
              <a:rPr lang="en-US"/>
            </a:br>
            <a:r>
              <a:rPr lang="en-US"/>
              <a:t>And, the maximum and average probability of association – using the full dataset to verify the probability of 'guessing' the correct disease based on the results of the association attack. If no results exist, then using the knowledge that the client dataset contains 11 diseases, and non-membership is a 12th potential property, we add the probability of 1/12 to the probability of association for that entry. </a:t>
            </a:r>
          </a:p>
        </p:txBody>
      </p:sp>
      <p:sp>
        <p:nvSpPr>
          <p:cNvPr id="4" name="Slide Number Placeholder 3">
            <a:extLst>
              <a:ext uri="{FF2B5EF4-FFF2-40B4-BE49-F238E27FC236}">
                <a16:creationId xmlns:a16="http://schemas.microsoft.com/office/drawing/2014/main" id="{0A573687-8EE0-A719-C3F9-E2A4C12ED71D}"/>
              </a:ext>
            </a:extLst>
          </p:cNvPr>
          <p:cNvSpPr>
            <a:spLocks noGrp="1"/>
          </p:cNvSpPr>
          <p:nvPr>
            <p:ph type="sldNum" sz="quarter" idx="11"/>
          </p:nvPr>
        </p:nvSpPr>
        <p:spPr/>
        <p:txBody>
          <a:bodyPr/>
          <a:lstStyle/>
          <a:p>
            <a:fld id="{B67B645E-C5E5-4727-B977-D372A0AA71D9}" type="slidenum">
              <a:rPr lang="en-US" smtClean="0"/>
              <a:pPr/>
              <a:t>19</a:t>
            </a:fld>
            <a:endParaRPr lang="en-US"/>
          </a:p>
        </p:txBody>
      </p:sp>
    </p:spTree>
    <p:extLst>
      <p:ext uri="{BB962C8B-B14F-4D97-AF65-F5344CB8AC3E}">
        <p14:creationId xmlns:p14="http://schemas.microsoft.com/office/powerpoint/2010/main" val="1815221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ED4FA-9A25-7115-BFBA-DE5D24024E02}"/>
              </a:ext>
            </a:extLst>
          </p:cNvPr>
          <p:cNvSpPr>
            <a:spLocks noGrp="1"/>
          </p:cNvSpPr>
          <p:nvPr>
            <p:ph type="title"/>
          </p:nvPr>
        </p:nvSpPr>
        <p:spPr/>
        <p:txBody>
          <a:bodyPr/>
          <a:lstStyle/>
          <a:p>
            <a:r>
              <a:rPr lang="en-US"/>
              <a:t>Verifying K-anonymity Continued. </a:t>
            </a:r>
            <a:endParaRPr lang="en-US" b="0">
              <a:solidFill>
                <a:srgbClr val="000000"/>
              </a:solidFill>
            </a:endParaRPr>
          </a:p>
        </p:txBody>
      </p:sp>
      <p:sp>
        <p:nvSpPr>
          <p:cNvPr id="3" name="Content Placeholder 2">
            <a:extLst>
              <a:ext uri="{FF2B5EF4-FFF2-40B4-BE49-F238E27FC236}">
                <a16:creationId xmlns:a16="http://schemas.microsoft.com/office/drawing/2014/main" id="{8F98C0D5-322E-5786-D2E2-FCCCA81F28D5}"/>
              </a:ext>
            </a:extLst>
          </p:cNvPr>
          <p:cNvSpPr>
            <a:spLocks noGrp="1"/>
          </p:cNvSpPr>
          <p:nvPr>
            <p:ph sz="quarter" idx="14"/>
          </p:nvPr>
        </p:nvSpPr>
        <p:spPr>
          <a:xfrm>
            <a:off x="841248" y="1527048"/>
            <a:ext cx="10491314" cy="5137944"/>
          </a:xfrm>
        </p:spPr>
        <p:txBody>
          <a:bodyPr vert="horz" lIns="0" tIns="0" rIns="0" bIns="0" rtlCol="0" anchor="t">
            <a:normAutofit/>
          </a:bodyPr>
          <a:lstStyle/>
          <a:p>
            <a:pPr marL="342900" indent="-342900">
              <a:buChar char="•"/>
            </a:pPr>
            <a:r>
              <a:rPr lang="en-US"/>
              <a:t>Each of these metrics reported by the association attack informs us about the performance and success of our algorithms. </a:t>
            </a:r>
          </a:p>
          <a:p>
            <a:pPr marL="1074420" lvl="1" indent="-347345">
              <a:spcAft>
                <a:spcPts val="1800"/>
              </a:spcAft>
              <a:buFont typeface="Courier New" panose="020B0604020202020204" pitchFamily="34" charset="0"/>
              <a:buChar char="o"/>
            </a:pPr>
            <a:r>
              <a:rPr lang="en-US"/>
              <a:t>The minimum k value remains to ensure we have achieved our target K, and our average exists to show what the average identifiability is for any random entry in the attacker's data. The maximum also shows potential utility losses if it is too large, or potential privacy losses if too small.</a:t>
            </a:r>
          </a:p>
          <a:p>
            <a:pPr marL="1074420" lvl="1" indent="-347345">
              <a:spcAft>
                <a:spcPts val="1800"/>
              </a:spcAft>
              <a:buFont typeface="Courier New" panose="020B0604020202020204" pitchFamily="34" charset="0"/>
              <a:buChar char="o"/>
            </a:pPr>
            <a:r>
              <a:rPr lang="en-US"/>
              <a:t>The precise and not found user counts give us the following: as we know the size of the dataset, we can subtract the intersection count and the size giving us the expected number of users not found. For de-anonymized data, this will be equal to the known not found value. For anonymized data, the percentage reduction implies stronger privacy, as membership in the dataset is not necessarily public data, thus if non-members appear to be in the dataset, this will cause issues for the attacker. </a:t>
            </a:r>
          </a:p>
        </p:txBody>
      </p:sp>
      <p:sp>
        <p:nvSpPr>
          <p:cNvPr id="4" name="Slide Number Placeholder 3">
            <a:extLst>
              <a:ext uri="{FF2B5EF4-FFF2-40B4-BE49-F238E27FC236}">
                <a16:creationId xmlns:a16="http://schemas.microsoft.com/office/drawing/2014/main" id="{7455FDC1-AA2D-2C1A-097E-7D15632B4F11}"/>
              </a:ext>
            </a:extLst>
          </p:cNvPr>
          <p:cNvSpPr>
            <a:spLocks noGrp="1"/>
          </p:cNvSpPr>
          <p:nvPr>
            <p:ph type="sldNum" sz="quarter" idx="11"/>
          </p:nvPr>
        </p:nvSpPr>
        <p:spPr/>
        <p:txBody>
          <a:bodyPr/>
          <a:lstStyle/>
          <a:p>
            <a:fld id="{B67B645E-C5E5-4727-B977-D372A0AA71D9}" type="slidenum">
              <a:rPr lang="en-US" smtClean="0"/>
              <a:pPr/>
              <a:t>20</a:t>
            </a:fld>
            <a:endParaRPr lang="en-US"/>
          </a:p>
        </p:txBody>
      </p:sp>
    </p:spTree>
    <p:extLst>
      <p:ext uri="{BB962C8B-B14F-4D97-AF65-F5344CB8AC3E}">
        <p14:creationId xmlns:p14="http://schemas.microsoft.com/office/powerpoint/2010/main" val="4469437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A29B6-8A70-F61F-E711-2F1A57355860}"/>
              </a:ext>
            </a:extLst>
          </p:cNvPr>
          <p:cNvSpPr>
            <a:spLocks noGrp="1"/>
          </p:cNvSpPr>
          <p:nvPr>
            <p:ph type="title"/>
          </p:nvPr>
        </p:nvSpPr>
        <p:spPr/>
        <p:txBody>
          <a:bodyPr/>
          <a:lstStyle/>
          <a:p>
            <a:r>
              <a:rPr lang="en-US"/>
              <a:t>Verifying K-Anonymity Continued.</a:t>
            </a:r>
          </a:p>
        </p:txBody>
      </p:sp>
      <p:sp>
        <p:nvSpPr>
          <p:cNvPr id="3" name="Content Placeholder 2">
            <a:extLst>
              <a:ext uri="{FF2B5EF4-FFF2-40B4-BE49-F238E27FC236}">
                <a16:creationId xmlns:a16="http://schemas.microsoft.com/office/drawing/2014/main" id="{44B95680-34CF-9482-5165-92A723170C6C}"/>
              </a:ext>
            </a:extLst>
          </p:cNvPr>
          <p:cNvSpPr>
            <a:spLocks noGrp="1"/>
          </p:cNvSpPr>
          <p:nvPr>
            <p:ph sz="quarter" idx="14"/>
          </p:nvPr>
        </p:nvSpPr>
        <p:spPr/>
        <p:txBody>
          <a:bodyPr vert="horz" lIns="0" tIns="0" rIns="0" bIns="0" rtlCol="0" anchor="t">
            <a:normAutofit/>
          </a:bodyPr>
          <a:lstStyle/>
          <a:p>
            <a:pPr marL="1074420" lvl="1" indent="-347345">
              <a:spcAft>
                <a:spcPts val="1800"/>
              </a:spcAft>
              <a:buFont typeface="Courier New" panose="020B0604020202020204" pitchFamily="34" charset="0"/>
              <a:buChar char="o"/>
            </a:pPr>
            <a:r>
              <a:rPr lang="en-US"/>
              <a:t>Finally, the maximum probability of association can help identify a potential homogenity attack, as we compare the most likely result to the actual value, if the value is too high above the average, we know that some data may need to be removed or further anonymized. </a:t>
            </a:r>
          </a:p>
          <a:p>
            <a:pPr marL="1074420" lvl="1" indent="-347345">
              <a:spcAft>
                <a:spcPts val="1800"/>
              </a:spcAft>
              <a:buFont typeface="Courier New" panose="020B0604020202020204" pitchFamily="34" charset="0"/>
              <a:buChar char="o"/>
            </a:pPr>
            <a:r>
              <a:rPr lang="en-US"/>
              <a:t>The average probability allows us to gain a sense of the anonymization of the data, where while we cannot achieve a perfect score of true random without sacrificing all utility, this can allow the client to fine-tune the K-parameter to achieve their desired tradeoff between privacy and utility for their dataset. </a:t>
            </a:r>
          </a:p>
          <a:p>
            <a:pPr marL="342900" indent="-342900">
              <a:buFont typeface="Arial" panose="020B0604020202020204" pitchFamily="34" charset="0"/>
              <a:buChar char="•"/>
            </a:pPr>
            <a:r>
              <a:rPr lang="en-US"/>
              <a:t>This approach to testing the anonymity of data can continue to be utilized with other types of anonymization, such as introducing noise to prevent attacks at the cost of utility, and more. This attack should be used in conjunction with both anonymization algorithms to ensure the desired privacy is achieved. </a:t>
            </a:r>
          </a:p>
        </p:txBody>
      </p:sp>
      <p:sp>
        <p:nvSpPr>
          <p:cNvPr id="4" name="Slide Number Placeholder 3">
            <a:extLst>
              <a:ext uri="{FF2B5EF4-FFF2-40B4-BE49-F238E27FC236}">
                <a16:creationId xmlns:a16="http://schemas.microsoft.com/office/drawing/2014/main" id="{46729959-54CB-FD09-BF12-8BCA86880BF8}"/>
              </a:ext>
            </a:extLst>
          </p:cNvPr>
          <p:cNvSpPr>
            <a:spLocks noGrp="1"/>
          </p:cNvSpPr>
          <p:nvPr>
            <p:ph type="sldNum" sz="quarter" idx="11"/>
          </p:nvPr>
        </p:nvSpPr>
        <p:spPr/>
        <p:txBody>
          <a:bodyPr/>
          <a:lstStyle/>
          <a:p>
            <a:fld id="{B67B645E-C5E5-4727-B977-D372A0AA71D9}" type="slidenum">
              <a:rPr lang="en-US" smtClean="0"/>
              <a:pPr/>
              <a:t>21</a:t>
            </a:fld>
            <a:endParaRPr lang="en-US"/>
          </a:p>
        </p:txBody>
      </p:sp>
    </p:spTree>
    <p:extLst>
      <p:ext uri="{BB962C8B-B14F-4D97-AF65-F5344CB8AC3E}">
        <p14:creationId xmlns:p14="http://schemas.microsoft.com/office/powerpoint/2010/main" val="876487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CC25EE42-B3D5-AD1E-48BE-54CEFF2E3D79}"/>
              </a:ext>
            </a:extLst>
          </p:cNvPr>
          <p:cNvSpPr>
            <a:spLocks noGrp="1"/>
          </p:cNvSpPr>
          <p:nvPr>
            <p:ph type="title"/>
          </p:nvPr>
        </p:nvSpPr>
        <p:spPr/>
        <p:txBody>
          <a:bodyPr/>
          <a:lstStyle/>
          <a:p>
            <a:r>
              <a:rPr lang="en-US"/>
              <a:t>Thank</a:t>
            </a:r>
            <a:br>
              <a:rPr lang="en-US"/>
            </a:br>
            <a:r>
              <a:rPr lang="en-US"/>
              <a:t>you</a:t>
            </a:r>
          </a:p>
        </p:txBody>
      </p:sp>
      <p:sp>
        <p:nvSpPr>
          <p:cNvPr id="15" name="Text Placeholder 14">
            <a:extLst>
              <a:ext uri="{FF2B5EF4-FFF2-40B4-BE49-F238E27FC236}">
                <a16:creationId xmlns:a16="http://schemas.microsoft.com/office/drawing/2014/main" id="{F4027D16-8477-9439-2912-A02011AD8AC6}"/>
              </a:ext>
            </a:extLst>
          </p:cNvPr>
          <p:cNvSpPr>
            <a:spLocks noGrp="1"/>
          </p:cNvSpPr>
          <p:nvPr>
            <p:ph type="body" sz="quarter" idx="11"/>
          </p:nvPr>
        </p:nvSpPr>
        <p:spPr>
          <a:xfrm>
            <a:off x="841375" y="3705309"/>
            <a:ext cx="10479088" cy="2587625"/>
          </a:xfrm>
        </p:spPr>
        <p:txBody>
          <a:bodyPr/>
          <a:lstStyle/>
          <a:p>
            <a:r>
              <a:rPr lang="en-US"/>
              <a:t>PEYTON DAVIS</a:t>
            </a:r>
            <a:br>
              <a:rPr lang="en-US"/>
            </a:br>
            <a:r>
              <a:rPr lang="en-US"/>
              <a:t>424-555-0124</a:t>
            </a:r>
            <a:br>
              <a:rPr lang="en-US"/>
            </a:br>
            <a:r>
              <a:rPr lang="en-US"/>
              <a:t>PEYTON@PROSEWARE.COM</a:t>
            </a:r>
            <a:br>
              <a:rPr lang="en-US"/>
            </a:br>
            <a:r>
              <a:rPr lang="en-US"/>
              <a:t>WWW.PROSEWARE.COM</a:t>
            </a:r>
          </a:p>
        </p:txBody>
      </p:sp>
    </p:spTree>
    <p:extLst>
      <p:ext uri="{BB962C8B-B14F-4D97-AF65-F5344CB8AC3E}">
        <p14:creationId xmlns:p14="http://schemas.microsoft.com/office/powerpoint/2010/main" val="1988437062"/>
      </p:ext>
    </p:extLst>
  </p:cSld>
  <p:clrMapOvr>
    <a:masterClrMapping/>
  </p:clrMapOvr>
</p:sld>
</file>

<file path=ppt/theme/theme1.xml><?xml version="1.0" encoding="utf-8"?>
<a:theme xmlns:a="http://schemas.openxmlformats.org/drawingml/2006/main" name="Custom">
  <a:themeElements>
    <a:clrScheme name="TM66835393">
      <a:dk1>
        <a:srgbClr val="000000"/>
      </a:dk1>
      <a:lt1>
        <a:srgbClr val="FFFFFF"/>
      </a:lt1>
      <a:dk2>
        <a:srgbClr val="44546A"/>
      </a:dk2>
      <a:lt2>
        <a:srgbClr val="E7E6E6"/>
      </a:lt2>
      <a:accent1>
        <a:srgbClr val="55BC7E"/>
      </a:accent1>
      <a:accent2>
        <a:srgbClr val="FFC330"/>
      </a:accent2>
      <a:accent3>
        <a:srgbClr val="BE80FF"/>
      </a:accent3>
      <a:accent4>
        <a:srgbClr val="FF8345"/>
      </a:accent4>
      <a:accent5>
        <a:srgbClr val="FF70BF"/>
      </a:accent5>
      <a:accent6>
        <a:srgbClr val="60A2F5"/>
      </a:accent6>
      <a:hlink>
        <a:srgbClr val="5C4EDC"/>
      </a:hlink>
      <a:folHlink>
        <a:srgbClr val="7FC5FF"/>
      </a:folHlink>
    </a:clrScheme>
    <a:fontScheme name="Custom 32">
      <a:majorFont>
        <a:latin typeface="Aptos"/>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a:spPr>
      <a:bodyPr rtlCol="0" anchor="ctr"/>
      <a:lstStyle>
        <a:defPPr algn="ctr">
          <a:defRPr>
            <a:solidFill>
              <a:schemeClr val="lt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66835393_win32_SD_v3" id="{4170EB69-3ACE-4C18-BE4C-C6CBD8BF8A79}" vid="{8A480AB3-AE5D-4813-AA67-ADACC5EA6C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55E72E99-0076-433E-AD3A-575A11FAB73D}">
  <ds:schemaRefs>
    <ds:schemaRef ds:uri="http://schemas.microsoft.com/sharepoint/v3/contenttype/forms"/>
  </ds:schemaRefs>
</ds:datastoreItem>
</file>

<file path=customXml/itemProps2.xml><?xml version="1.0" encoding="utf-8"?>
<ds:datastoreItem xmlns:ds="http://schemas.openxmlformats.org/officeDocument/2006/customXml" ds:itemID="{146EB691-4DD5-4558-B7D1-3EA8CC81E288}">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B247F30-5811-40C0-99EC-CF53200590BE}">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22</Slides>
  <Notes>0</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Custom</vt:lpstr>
      <vt:lpstr> </vt:lpstr>
      <vt:lpstr>Group 10</vt:lpstr>
      <vt:lpstr>Contents</vt:lpstr>
      <vt:lpstr>Background  </vt:lpstr>
      <vt:lpstr>K-Anonymity: Definition </vt:lpstr>
      <vt:lpstr>K-Anonymity: mathematical Definition </vt:lpstr>
      <vt:lpstr>Motivation/real world </vt:lpstr>
      <vt:lpstr>K-Anonymity: Motivation &amp; Real-World Case  </vt:lpstr>
      <vt:lpstr>PowerPoint Presentation</vt:lpstr>
      <vt:lpstr>Algorithm Design </vt:lpstr>
      <vt:lpstr>Psuedocode</vt:lpstr>
      <vt:lpstr>Application</vt:lpstr>
      <vt:lpstr>Generating DataSet to anonymize</vt:lpstr>
      <vt:lpstr>Generating Dataset to Anonymize Continued.</vt:lpstr>
      <vt:lpstr>Existing Mondrian Anonymization Algorithm</vt:lpstr>
      <vt:lpstr>Existing Mondrian Anonymization Algorithm Continued.</vt:lpstr>
      <vt:lpstr>The 'Glutton' Anonymization Algorithm</vt:lpstr>
      <vt:lpstr>The 'Glutton' Anonymization Algorithm Continued.</vt:lpstr>
      <vt:lpstr>Verifying K-anonymity</vt:lpstr>
      <vt:lpstr>Verifying K-anonymity Continued. </vt:lpstr>
      <vt:lpstr>Verifying K-Anonymity Continued.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cp:revision>
  <dcterms:created xsi:type="dcterms:W3CDTF">2025-04-16T21:39:31Z</dcterms:created>
  <dcterms:modified xsi:type="dcterms:W3CDTF">2025-05-03T20:07:00Z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